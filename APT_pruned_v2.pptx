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1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9" r:id="rId4"/>
    <p:sldId id="258" r:id="rId5"/>
    <p:sldId id="266" r:id="rId6"/>
    <p:sldId id="268" r:id="rId7"/>
    <p:sldId id="259" r:id="rId8"/>
    <p:sldId id="260" r:id="rId9"/>
    <p:sldId id="261" r:id="rId10"/>
    <p:sldId id="262" r:id="rId11"/>
    <p:sldId id="263" r:id="rId12"/>
    <p:sldId id="265" r:id="rId13"/>
  </p:sldIdLst>
  <p:sldSz cx="12192000" cy="6858000"/>
  <p:notesSz cx="6950075" cy="9236075"/>
  <p:defaultTextStyle>
    <a:defPPr>
      <a:defRPr lang="en-US"/>
    </a:defPPr>
    <a:lvl1pPr marL="0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1pPr>
    <a:lvl2pPr marL="454385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2pPr>
    <a:lvl3pPr marL="908769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3pPr>
    <a:lvl4pPr marL="1363154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4pPr>
    <a:lvl5pPr marL="1817538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5pPr>
    <a:lvl6pPr marL="2271923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6pPr>
    <a:lvl7pPr marL="2726307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7pPr>
    <a:lvl8pPr marL="3180692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8pPr>
    <a:lvl9pPr marL="3635076" algn="l" defTabSz="908769" rtl="0" eaLnBrk="1" latinLnBrk="0" hangingPunct="1">
      <a:defRPr sz="17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944" userDrawn="1">
          <p15:clr>
            <a:srgbClr val="A4A3A4"/>
          </p15:clr>
        </p15:guide>
        <p15:guide id="1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243E"/>
    <a:srgbClr val="302D2B"/>
    <a:srgbClr val="2B2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506EC-B121-4D10-B47F-50C1ED2D0A78}" v="67" dt="2025-07-09T14:40:16.064"/>
    <p1510:client id="{C0328F45-82F9-40A7-9BCA-DB86BEEFB7A8}" v="34" dt="2025-07-09T15:07:19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9225" autoAdjust="0"/>
  </p:normalViewPr>
  <p:slideViewPr>
    <p:cSldViewPr snapToGrid="0" showGuides="1">
      <p:cViewPr varScale="1">
        <p:scale>
          <a:sx n="99" d="100"/>
          <a:sy n="99" d="100"/>
        </p:scale>
        <p:origin x="744" y="72"/>
      </p:cViewPr>
      <p:guideLst>
        <p:guide orient="horz" pos="194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894" y="114"/>
      </p:cViewPr>
      <p:guideLst>
        <p:guide orient="horz" pos="2909"/>
        <p:guide pos="219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oop Krishnan Upendran Nair" userId="28zT8bquzhO+vjbLXLWJwaRlrnEg8/4UE4S0SP/HL28=" providerId="None" clId="Web-{C0328F45-82F9-40A7-9BCA-DB86BEEFB7A8}"/>
    <pc:docChg chg="addSld delSld modSld">
      <pc:chgData name="Anoop Krishnan Upendran Nair" userId="28zT8bquzhO+vjbLXLWJwaRlrnEg8/4UE4S0SP/HL28=" providerId="None" clId="Web-{C0328F45-82F9-40A7-9BCA-DB86BEEFB7A8}" dt="2025-07-09T15:07:19.363" v="31"/>
      <pc:docMkLst>
        <pc:docMk/>
      </pc:docMkLst>
      <pc:sldChg chg="add del">
        <pc:chgData name="Anoop Krishnan Upendran Nair" userId="28zT8bquzhO+vjbLXLWJwaRlrnEg8/4UE4S0SP/HL28=" providerId="None" clId="Web-{C0328F45-82F9-40A7-9BCA-DB86BEEFB7A8}" dt="2025-07-09T15:07:19.269" v="21"/>
        <pc:sldMkLst>
          <pc:docMk/>
          <pc:sldMk cId="891562819" sldId="256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269" v="22"/>
        <pc:sldMkLst>
          <pc:docMk/>
          <pc:sldMk cId="2106607979" sldId="257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285" v="23"/>
        <pc:sldMkLst>
          <pc:docMk/>
          <pc:sldMk cId="239329710" sldId="258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316" v="26"/>
        <pc:sldMkLst>
          <pc:docMk/>
          <pc:sldMk cId="4289850073" sldId="259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316" v="27"/>
        <pc:sldMkLst>
          <pc:docMk/>
          <pc:sldMk cId="1009085709" sldId="260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332" v="28"/>
        <pc:sldMkLst>
          <pc:docMk/>
          <pc:sldMk cId="3107036634" sldId="261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347" v="29"/>
        <pc:sldMkLst>
          <pc:docMk/>
          <pc:sldMk cId="2301962605" sldId="262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363" v="30"/>
        <pc:sldMkLst>
          <pc:docMk/>
          <pc:sldMk cId="2006600735" sldId="263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363" v="31"/>
        <pc:sldMkLst>
          <pc:docMk/>
          <pc:sldMk cId="1638239651" sldId="265"/>
        </pc:sldMkLst>
      </pc:sldChg>
      <pc:sldChg chg="add del">
        <pc:chgData name="Anoop Krishnan Upendran Nair" userId="28zT8bquzhO+vjbLXLWJwaRlrnEg8/4UE4S0SP/HL28=" providerId="None" clId="Web-{C0328F45-82F9-40A7-9BCA-DB86BEEFB7A8}" dt="2025-07-09T15:07:19.285" v="24"/>
        <pc:sldMkLst>
          <pc:docMk/>
          <pc:sldMk cId="869053947" sldId="266"/>
        </pc:sldMkLst>
      </pc:sldChg>
      <pc:sldChg chg="modSp add del">
        <pc:chgData name="Anoop Krishnan Upendran Nair" userId="28zT8bquzhO+vjbLXLWJwaRlrnEg8/4UE4S0SP/HL28=" providerId="None" clId="Web-{C0328F45-82F9-40A7-9BCA-DB86BEEFB7A8}" dt="2025-07-09T15:07:19.300" v="25"/>
        <pc:sldMkLst>
          <pc:docMk/>
          <pc:sldMk cId="948157418" sldId="268"/>
        </pc:sldMkLst>
        <pc:spChg chg="mod">
          <ac:chgData name="Anoop Krishnan Upendran Nair" userId="28zT8bquzhO+vjbLXLWJwaRlrnEg8/4UE4S0SP/HL28=" providerId="None" clId="Web-{C0328F45-82F9-40A7-9BCA-DB86BEEFB7A8}" dt="2025-07-09T15:06:12.611" v="9" actId="20577"/>
          <ac:spMkLst>
            <pc:docMk/>
            <pc:sldMk cId="948157418" sldId="268"/>
            <ac:spMk id="2" creationId="{4B226A5D-07B7-8C90-180A-E3943D026915}"/>
          </ac:spMkLst>
        </pc:spChg>
      </pc:sldChg>
    </pc:docChg>
  </pc:docChgLst>
  <pc:docChgLst>
    <pc:chgData name="Anoop Krishnan Upendran Nair" userId="28zT8bquzhO+vjbLXLWJwaRlrnEg8/4UE4S0SP/HL28=" providerId="None" clId="Web-{634506EC-B121-4D10-B47F-50C1ED2D0A78}"/>
    <pc:docChg chg="addSld delSld">
      <pc:chgData name="Anoop Krishnan Upendran Nair" userId="28zT8bquzhO+vjbLXLWJwaRlrnEg8/4UE4S0SP/HL28=" providerId="None" clId="Web-{634506EC-B121-4D10-B47F-50C1ED2D0A78}" dt="2025-07-09T14:40:16.064" v="66"/>
      <pc:docMkLst>
        <pc:docMk/>
      </pc:docMkLst>
      <pc:sldChg chg="add del">
        <pc:chgData name="Anoop Krishnan Upendran Nair" userId="28zT8bquzhO+vjbLXLWJwaRlrnEg8/4UE4S0SP/HL28=" providerId="None" clId="Web-{634506EC-B121-4D10-B47F-50C1ED2D0A78}" dt="2025-07-09T14:40:15.829" v="56"/>
        <pc:sldMkLst>
          <pc:docMk/>
          <pc:sldMk cId="891562819" sldId="256"/>
        </pc:sldMkLst>
      </pc:sldChg>
      <pc:sldChg chg="add del">
        <pc:chgData name="Anoop Krishnan Upendran Nair" userId="28zT8bquzhO+vjbLXLWJwaRlrnEg8/4UE4S0SP/HL28=" providerId="None" clId="Web-{634506EC-B121-4D10-B47F-50C1ED2D0A78}" dt="2025-07-09T14:40:15.845" v="57"/>
        <pc:sldMkLst>
          <pc:docMk/>
          <pc:sldMk cId="2106607979" sldId="257"/>
        </pc:sldMkLst>
      </pc:sldChg>
      <pc:sldChg chg="add del">
        <pc:chgData name="Anoop Krishnan Upendran Nair" userId="28zT8bquzhO+vjbLXLWJwaRlrnEg8/4UE4S0SP/HL28=" providerId="None" clId="Web-{634506EC-B121-4D10-B47F-50C1ED2D0A78}" dt="2025-07-09T14:40:15.876" v="58"/>
        <pc:sldMkLst>
          <pc:docMk/>
          <pc:sldMk cId="239329710" sldId="258"/>
        </pc:sldMkLst>
      </pc:sldChg>
      <pc:sldChg chg="add del">
        <pc:chgData name="Anoop Krishnan Upendran Nair" userId="28zT8bquzhO+vjbLXLWJwaRlrnEg8/4UE4S0SP/HL28=" providerId="None" clId="Web-{634506EC-B121-4D10-B47F-50C1ED2D0A78}" dt="2025-07-09T14:40:15.970" v="61"/>
        <pc:sldMkLst>
          <pc:docMk/>
          <pc:sldMk cId="4289850073" sldId="259"/>
        </pc:sldMkLst>
      </pc:sldChg>
      <pc:sldChg chg="add del">
        <pc:chgData name="Anoop Krishnan Upendran Nair" userId="28zT8bquzhO+vjbLXLWJwaRlrnEg8/4UE4S0SP/HL28=" providerId="None" clId="Web-{634506EC-B121-4D10-B47F-50C1ED2D0A78}" dt="2025-07-09T14:40:16.001" v="62"/>
        <pc:sldMkLst>
          <pc:docMk/>
          <pc:sldMk cId="1009085709" sldId="260"/>
        </pc:sldMkLst>
      </pc:sldChg>
      <pc:sldChg chg="add del">
        <pc:chgData name="Anoop Krishnan Upendran Nair" userId="28zT8bquzhO+vjbLXLWJwaRlrnEg8/4UE4S0SP/HL28=" providerId="None" clId="Web-{634506EC-B121-4D10-B47F-50C1ED2D0A78}" dt="2025-07-09T14:40:16.017" v="63"/>
        <pc:sldMkLst>
          <pc:docMk/>
          <pc:sldMk cId="3107036634" sldId="261"/>
        </pc:sldMkLst>
      </pc:sldChg>
      <pc:sldChg chg="add del">
        <pc:chgData name="Anoop Krishnan Upendran Nair" userId="28zT8bquzhO+vjbLXLWJwaRlrnEg8/4UE4S0SP/HL28=" providerId="None" clId="Web-{634506EC-B121-4D10-B47F-50C1ED2D0A78}" dt="2025-07-09T14:40:16.032" v="64"/>
        <pc:sldMkLst>
          <pc:docMk/>
          <pc:sldMk cId="2301962605" sldId="262"/>
        </pc:sldMkLst>
      </pc:sldChg>
      <pc:sldChg chg="add del">
        <pc:chgData name="Anoop Krishnan Upendran Nair" userId="28zT8bquzhO+vjbLXLWJwaRlrnEg8/4UE4S0SP/HL28=" providerId="None" clId="Web-{634506EC-B121-4D10-B47F-50C1ED2D0A78}" dt="2025-07-09T14:40:16.048" v="65"/>
        <pc:sldMkLst>
          <pc:docMk/>
          <pc:sldMk cId="2006600735" sldId="263"/>
        </pc:sldMkLst>
      </pc:sldChg>
      <pc:sldChg chg="add del">
        <pc:chgData name="Anoop Krishnan Upendran Nair" userId="28zT8bquzhO+vjbLXLWJwaRlrnEg8/4UE4S0SP/HL28=" providerId="None" clId="Web-{634506EC-B121-4D10-B47F-50C1ED2D0A78}" dt="2025-07-09T14:40:16.064" v="66"/>
        <pc:sldMkLst>
          <pc:docMk/>
          <pc:sldMk cId="1638239651" sldId="265"/>
        </pc:sldMkLst>
      </pc:sldChg>
      <pc:sldChg chg="add del">
        <pc:chgData name="Anoop Krishnan Upendran Nair" userId="28zT8bquzhO+vjbLXLWJwaRlrnEg8/4UE4S0SP/HL28=" providerId="None" clId="Web-{634506EC-B121-4D10-B47F-50C1ED2D0A78}" dt="2025-07-09T14:40:15.923" v="59"/>
        <pc:sldMkLst>
          <pc:docMk/>
          <pc:sldMk cId="869053947" sldId="266"/>
        </pc:sldMkLst>
      </pc:sldChg>
      <pc:sldChg chg="del">
        <pc:chgData name="Anoop Krishnan Upendran Nair" userId="28zT8bquzhO+vjbLXLWJwaRlrnEg8/4UE4S0SP/HL28=" providerId="None" clId="Web-{634506EC-B121-4D10-B47F-50C1ED2D0A78}" dt="2025-07-09T14:40:06.376" v="44"/>
        <pc:sldMkLst>
          <pc:docMk/>
          <pc:sldMk cId="424252003" sldId="267"/>
        </pc:sldMkLst>
      </pc:sldChg>
      <pc:sldChg chg="add del">
        <pc:chgData name="Anoop Krishnan Upendran Nair" userId="28zT8bquzhO+vjbLXLWJwaRlrnEg8/4UE4S0SP/HL28=" providerId="None" clId="Web-{634506EC-B121-4D10-B47F-50C1ED2D0A78}" dt="2025-07-09T14:40:15.954" v="60"/>
        <pc:sldMkLst>
          <pc:docMk/>
          <pc:sldMk cId="948157418" sldId="268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47" v="43"/>
        <pc:sldMkLst>
          <pc:docMk/>
          <pc:sldMk cId="1731021300" sldId="269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906" v="21"/>
        <pc:sldMkLst>
          <pc:docMk/>
          <pc:sldMk cId="2953802452" sldId="269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47" v="42"/>
        <pc:sldMkLst>
          <pc:docMk/>
          <pc:sldMk cId="3087643449" sldId="270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906" v="20"/>
        <pc:sldMkLst>
          <pc:docMk/>
          <pc:sldMk cId="3973905594" sldId="270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91" v="19"/>
        <pc:sldMkLst>
          <pc:docMk/>
          <pc:sldMk cId="1884562352" sldId="271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47" v="41"/>
        <pc:sldMkLst>
          <pc:docMk/>
          <pc:sldMk cId="3382636982" sldId="271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91" v="18"/>
        <pc:sldMkLst>
          <pc:docMk/>
          <pc:sldMk cId="318124935" sldId="272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47" v="40"/>
        <pc:sldMkLst>
          <pc:docMk/>
          <pc:sldMk cId="1532413479" sldId="272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91" v="17"/>
        <pc:sldMkLst>
          <pc:docMk/>
          <pc:sldMk cId="97973487" sldId="273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47" v="39"/>
        <pc:sldMkLst>
          <pc:docMk/>
          <pc:sldMk cId="3338570045" sldId="273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91" v="16"/>
        <pc:sldMkLst>
          <pc:docMk/>
          <pc:sldMk cId="2183230420" sldId="274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32" v="38"/>
        <pc:sldMkLst>
          <pc:docMk/>
          <pc:sldMk cId="3423106563" sldId="274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91" v="15"/>
        <pc:sldMkLst>
          <pc:docMk/>
          <pc:sldMk cId="1760905748" sldId="275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32" v="37"/>
        <pc:sldMkLst>
          <pc:docMk/>
          <pc:sldMk cId="2797912292" sldId="275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32" v="36"/>
        <pc:sldMkLst>
          <pc:docMk/>
          <pc:sldMk cId="3057096198" sldId="276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91" v="14"/>
        <pc:sldMkLst>
          <pc:docMk/>
          <pc:sldMk cId="3850864595" sldId="276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32" v="35"/>
        <pc:sldMkLst>
          <pc:docMk/>
          <pc:sldMk cId="2547138385" sldId="277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75" v="13"/>
        <pc:sldMkLst>
          <pc:docMk/>
          <pc:sldMk cId="3221059644" sldId="277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32" v="34"/>
        <pc:sldMkLst>
          <pc:docMk/>
          <pc:sldMk cId="1960486954" sldId="278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75" v="12"/>
        <pc:sldMkLst>
          <pc:docMk/>
          <pc:sldMk cId="3831696526" sldId="278"/>
        </pc:sldMkLst>
      </pc:sldChg>
      <pc:sldChg chg="add del">
        <pc:chgData name="Anoop Krishnan Upendran Nair" userId="28zT8bquzhO+vjbLXLWJwaRlrnEg8/4UE4S0SP/HL28=" providerId="None" clId="Web-{634506EC-B121-4D10-B47F-50C1ED2D0A78}" dt="2025-07-09T14:40:00.032" v="33"/>
        <pc:sldMkLst>
          <pc:docMk/>
          <pc:sldMk cId="1058776320" sldId="279"/>
        </pc:sldMkLst>
      </pc:sldChg>
      <pc:sldChg chg="add del">
        <pc:chgData name="Anoop Krishnan Upendran Nair" userId="28zT8bquzhO+vjbLXLWJwaRlrnEg8/4UE4S0SP/HL28=" providerId="None" clId="Web-{634506EC-B121-4D10-B47F-50C1ED2D0A78}" dt="2025-07-09T14:39:47.875" v="11"/>
        <pc:sldMkLst>
          <pc:docMk/>
          <pc:sldMk cId="3518175040" sldId="2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05E3A0-B43D-4ECC-B852-CFDB55C959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E80EA-3240-4959-BA3B-B0BFEE3E57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01350-0275-41CE-BD6A-51BD6F8AB3AD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DA7B4-E401-40AF-8297-75548E5435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B3679-46FF-4634-831A-47D8D3FD65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E7847-D908-4A52-BA3E-B9D05FBB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79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87463" y="114300"/>
            <a:ext cx="4448175" cy="2503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0" y="2713181"/>
            <a:ext cx="6950075" cy="652289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204445" y="22578"/>
            <a:ext cx="723052" cy="4635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0" tIns="45720" rIns="0" bIns="45720" rtlCol="0" anchor="ctr"/>
          <a:lstStyle>
            <a:lvl1pPr algn="ctr">
              <a:defRPr sz="16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6956D9F-6166-4DF3-9862-42FD514906B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481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08928" rtl="0" eaLnBrk="1" latinLnBrk="0" hangingPunct="1">
      <a:defRPr sz="2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4464" algn="l" defTabSz="908928" rtl="0" eaLnBrk="1" latinLnBrk="0" hangingPunct="1">
      <a:defRPr sz="1193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08928" algn="l" defTabSz="908928" rtl="0" eaLnBrk="1" latinLnBrk="0" hangingPunct="1">
      <a:defRPr sz="1193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63392" algn="l" defTabSz="908928" rtl="0" eaLnBrk="1" latinLnBrk="0" hangingPunct="1">
      <a:defRPr sz="1193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17856" algn="l" defTabSz="908928" rtl="0" eaLnBrk="1" latinLnBrk="0" hangingPunct="1">
      <a:defRPr sz="1193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72320" algn="l" defTabSz="908928" rtl="0" eaLnBrk="1" latinLnBrk="0" hangingPunct="1">
      <a:defRPr sz="1193" kern="1200">
        <a:solidFill>
          <a:schemeClr val="tx1"/>
        </a:solidFill>
        <a:latin typeface="+mn-lt"/>
        <a:ea typeface="+mn-ea"/>
        <a:cs typeface="+mn-cs"/>
      </a:defRPr>
    </a:lvl6pPr>
    <a:lvl7pPr marL="2726785" algn="l" defTabSz="908928" rtl="0" eaLnBrk="1" latinLnBrk="0" hangingPunct="1">
      <a:defRPr sz="1193" kern="1200">
        <a:solidFill>
          <a:schemeClr val="tx1"/>
        </a:solidFill>
        <a:latin typeface="+mn-lt"/>
        <a:ea typeface="+mn-ea"/>
        <a:cs typeface="+mn-cs"/>
      </a:defRPr>
    </a:lvl7pPr>
    <a:lvl8pPr marL="3181249" algn="l" defTabSz="908928" rtl="0" eaLnBrk="1" latinLnBrk="0" hangingPunct="1">
      <a:defRPr sz="1193" kern="1200">
        <a:solidFill>
          <a:schemeClr val="tx1"/>
        </a:solidFill>
        <a:latin typeface="+mn-lt"/>
        <a:ea typeface="+mn-ea"/>
        <a:cs typeface="+mn-cs"/>
      </a:defRPr>
    </a:lvl8pPr>
    <a:lvl9pPr marL="3635713" algn="l" defTabSz="908928" rtl="0" eaLnBrk="1" latinLnBrk="0" hangingPunct="1">
      <a:defRPr sz="1193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09" userDrawn="1">
          <p15:clr>
            <a:srgbClr val="F26B43"/>
          </p15:clr>
        </p15:guide>
        <p15:guide id="2" pos="218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190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409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01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68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57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40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19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0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56D9F-6166-4DF3-9862-42FD514906B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24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Ful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E29E761-9528-4F17-B413-B1D26A007E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-1" y="-3313"/>
            <a:ext cx="12192002" cy="68613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61773" y="0"/>
            <a:ext cx="11684817" cy="126483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algn="l" defTabSz="50944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73848" y="1312981"/>
            <a:ext cx="11658156" cy="3897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lang="en-US" sz="24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254724" indent="0" algn="ctr">
              <a:buNone/>
              <a:defRPr sz="1114"/>
            </a:lvl2pPr>
            <a:lvl3pPr marL="509447" indent="0" algn="ctr">
              <a:buNone/>
              <a:defRPr sz="1003"/>
            </a:lvl3pPr>
            <a:lvl4pPr marL="764171" indent="0" algn="ctr">
              <a:buNone/>
              <a:defRPr sz="892"/>
            </a:lvl4pPr>
            <a:lvl5pPr marL="1018894" indent="0" algn="ctr">
              <a:buNone/>
              <a:defRPr sz="892"/>
            </a:lvl5pPr>
            <a:lvl6pPr marL="1273618" indent="0" algn="ctr">
              <a:buNone/>
              <a:defRPr sz="892"/>
            </a:lvl6pPr>
            <a:lvl7pPr marL="1528341" indent="0" algn="ctr">
              <a:buNone/>
              <a:defRPr sz="892"/>
            </a:lvl7pPr>
            <a:lvl8pPr marL="1783065" indent="0" algn="ctr">
              <a:buNone/>
              <a:defRPr sz="892"/>
            </a:lvl8pPr>
            <a:lvl9pPr marL="2037789" indent="0" algn="ctr">
              <a:buNone/>
              <a:defRPr sz="892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69951" y="1759270"/>
            <a:ext cx="11676388" cy="566020"/>
          </a:xfrm>
          <a:prstGeom prst="rect">
            <a:avLst/>
          </a:prstGeom>
        </p:spPr>
        <p:txBody>
          <a:bodyPr lIns="0" rIns="0" bIns="0" anchor="t">
            <a:normAutofit/>
          </a:bodyPr>
          <a:lstStyle>
            <a:lvl1pPr marL="0" indent="0">
              <a:buFontTx/>
              <a:buNone/>
              <a:defRPr sz="1800" i="1">
                <a:solidFill>
                  <a:schemeClr val="bg1"/>
                </a:solidFill>
              </a:defRPr>
            </a:lvl1pPr>
            <a:lvl2pPr marL="254724" indent="0">
              <a:buFontTx/>
              <a:buNone/>
              <a:defRPr/>
            </a:lvl2pPr>
            <a:lvl3pPr marL="509447" indent="0">
              <a:buFontTx/>
              <a:buNone/>
              <a:defRPr/>
            </a:lvl3pPr>
            <a:lvl4pPr marL="764171" indent="0">
              <a:buFontTx/>
              <a:buNone/>
              <a:defRPr/>
            </a:lvl4pPr>
            <a:lvl5pPr marL="1018894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8D6EF0-D566-6845-AD87-0A792C660BA4}"/>
              </a:ext>
            </a:extLst>
          </p:cNvPr>
          <p:cNvCxnSpPr>
            <a:cxnSpLocks/>
          </p:cNvCxnSpPr>
          <p:nvPr/>
        </p:nvCxnSpPr>
        <p:spPr bwMode="auto">
          <a:xfrm>
            <a:off x="379478" y="1285501"/>
            <a:ext cx="4533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">
            <a:extLst>
              <a:ext uri="{FF2B5EF4-FFF2-40B4-BE49-F238E27FC236}">
                <a16:creationId xmlns:a16="http://schemas.microsoft.com/office/drawing/2014/main" id="{80F863A6-B06C-4380-AF09-0C2BAF9C965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52246" y="6014645"/>
            <a:ext cx="1784691" cy="526205"/>
            <a:chOff x="5783" y="3319"/>
            <a:chExt cx="2126" cy="627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BE218FF-997C-41E1-9E8E-5420EEC8B1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42" y="3332"/>
              <a:ext cx="743" cy="597"/>
            </a:xfrm>
            <a:custGeom>
              <a:avLst/>
              <a:gdLst>
                <a:gd name="T0" fmla="*/ 403 w 404"/>
                <a:gd name="T1" fmla="*/ 0 h 323"/>
                <a:gd name="T2" fmla="*/ 386 w 404"/>
                <a:gd name="T3" fmla="*/ 0 h 323"/>
                <a:gd name="T4" fmla="*/ 334 w 404"/>
                <a:gd name="T5" fmla="*/ 0 h 323"/>
                <a:gd name="T6" fmla="*/ 317 w 404"/>
                <a:gd name="T7" fmla="*/ 0 h 323"/>
                <a:gd name="T8" fmla="*/ 202 w 404"/>
                <a:gd name="T9" fmla="*/ 110 h 323"/>
                <a:gd name="T10" fmla="*/ 87 w 404"/>
                <a:gd name="T11" fmla="*/ 0 h 323"/>
                <a:gd name="T12" fmla="*/ 70 w 404"/>
                <a:gd name="T13" fmla="*/ 0 h 323"/>
                <a:gd name="T14" fmla="*/ 18 w 404"/>
                <a:gd name="T15" fmla="*/ 0 h 323"/>
                <a:gd name="T16" fmla="*/ 1 w 404"/>
                <a:gd name="T17" fmla="*/ 0 h 323"/>
                <a:gd name="T18" fmla="*/ 1 w 404"/>
                <a:gd name="T19" fmla="*/ 28 h 323"/>
                <a:gd name="T20" fmla="*/ 18 w 404"/>
                <a:gd name="T21" fmla="*/ 48 h 323"/>
                <a:gd name="T22" fmla="*/ 18 w 404"/>
                <a:gd name="T23" fmla="*/ 274 h 323"/>
                <a:gd name="T24" fmla="*/ 0 w 404"/>
                <a:gd name="T25" fmla="*/ 295 h 323"/>
                <a:gd name="T26" fmla="*/ 0 w 404"/>
                <a:gd name="T27" fmla="*/ 323 h 323"/>
                <a:gd name="T28" fmla="*/ 115 w 404"/>
                <a:gd name="T29" fmla="*/ 323 h 323"/>
                <a:gd name="T30" fmla="*/ 115 w 404"/>
                <a:gd name="T31" fmla="*/ 294 h 323"/>
                <a:gd name="T32" fmla="*/ 98 w 404"/>
                <a:gd name="T33" fmla="*/ 270 h 323"/>
                <a:gd name="T34" fmla="*/ 98 w 404"/>
                <a:gd name="T35" fmla="*/ 125 h 323"/>
                <a:gd name="T36" fmla="*/ 195 w 404"/>
                <a:gd name="T37" fmla="*/ 218 h 323"/>
                <a:gd name="T38" fmla="*/ 202 w 404"/>
                <a:gd name="T39" fmla="*/ 225 h 323"/>
                <a:gd name="T40" fmla="*/ 306 w 404"/>
                <a:gd name="T41" fmla="*/ 125 h 323"/>
                <a:gd name="T42" fmla="*/ 306 w 404"/>
                <a:gd name="T43" fmla="*/ 274 h 323"/>
                <a:gd name="T44" fmla="*/ 289 w 404"/>
                <a:gd name="T45" fmla="*/ 295 h 323"/>
                <a:gd name="T46" fmla="*/ 289 w 404"/>
                <a:gd name="T47" fmla="*/ 323 h 323"/>
                <a:gd name="T48" fmla="*/ 334 w 404"/>
                <a:gd name="T49" fmla="*/ 323 h 323"/>
                <a:gd name="T50" fmla="*/ 334 w 404"/>
                <a:gd name="T51" fmla="*/ 323 h 323"/>
                <a:gd name="T52" fmla="*/ 404 w 404"/>
                <a:gd name="T53" fmla="*/ 323 h 323"/>
                <a:gd name="T54" fmla="*/ 404 w 404"/>
                <a:gd name="T55" fmla="*/ 294 h 323"/>
                <a:gd name="T56" fmla="*/ 386 w 404"/>
                <a:gd name="T57" fmla="*/ 270 h 323"/>
                <a:gd name="T58" fmla="*/ 386 w 404"/>
                <a:gd name="T59" fmla="*/ 270 h 323"/>
                <a:gd name="T60" fmla="*/ 386 w 404"/>
                <a:gd name="T61" fmla="*/ 51 h 323"/>
                <a:gd name="T62" fmla="*/ 403 w 404"/>
                <a:gd name="T63" fmla="*/ 28 h 323"/>
                <a:gd name="T64" fmla="*/ 403 w 404"/>
                <a:gd name="T65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4" h="323">
                  <a:moveTo>
                    <a:pt x="403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4" y="0"/>
                    <a:pt x="334" y="0"/>
                    <a:pt x="334" y="0"/>
                  </a:cubicBezTo>
                  <a:cubicBezTo>
                    <a:pt x="317" y="0"/>
                    <a:pt x="317" y="0"/>
                    <a:pt x="317" y="0"/>
                  </a:cubicBezTo>
                  <a:cubicBezTo>
                    <a:pt x="202" y="110"/>
                    <a:pt x="202" y="110"/>
                    <a:pt x="202" y="11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7" y="33"/>
                    <a:pt x="18" y="48"/>
                  </a:cubicBezTo>
                  <a:cubicBezTo>
                    <a:pt x="18" y="274"/>
                    <a:pt x="18" y="274"/>
                    <a:pt x="18" y="274"/>
                  </a:cubicBezTo>
                  <a:cubicBezTo>
                    <a:pt x="16" y="294"/>
                    <a:pt x="0" y="295"/>
                    <a:pt x="0" y="295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115" y="323"/>
                    <a:pt x="115" y="323"/>
                    <a:pt x="115" y="323"/>
                  </a:cubicBezTo>
                  <a:cubicBezTo>
                    <a:pt x="115" y="294"/>
                    <a:pt x="115" y="294"/>
                    <a:pt x="115" y="294"/>
                  </a:cubicBezTo>
                  <a:cubicBezTo>
                    <a:pt x="115" y="294"/>
                    <a:pt x="98" y="293"/>
                    <a:pt x="98" y="270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195" y="218"/>
                    <a:pt x="195" y="218"/>
                    <a:pt x="195" y="218"/>
                  </a:cubicBezTo>
                  <a:cubicBezTo>
                    <a:pt x="202" y="225"/>
                    <a:pt x="202" y="225"/>
                    <a:pt x="202" y="225"/>
                  </a:cubicBezTo>
                  <a:cubicBezTo>
                    <a:pt x="306" y="125"/>
                    <a:pt x="306" y="125"/>
                    <a:pt x="306" y="125"/>
                  </a:cubicBezTo>
                  <a:cubicBezTo>
                    <a:pt x="306" y="274"/>
                    <a:pt x="306" y="274"/>
                    <a:pt x="306" y="274"/>
                  </a:cubicBezTo>
                  <a:cubicBezTo>
                    <a:pt x="304" y="294"/>
                    <a:pt x="289" y="295"/>
                    <a:pt x="289" y="295"/>
                  </a:cubicBezTo>
                  <a:cubicBezTo>
                    <a:pt x="289" y="323"/>
                    <a:pt x="289" y="323"/>
                    <a:pt x="289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404" y="323"/>
                    <a:pt x="404" y="323"/>
                    <a:pt x="404" y="323"/>
                  </a:cubicBezTo>
                  <a:cubicBezTo>
                    <a:pt x="404" y="294"/>
                    <a:pt x="404" y="294"/>
                    <a:pt x="404" y="294"/>
                  </a:cubicBezTo>
                  <a:cubicBezTo>
                    <a:pt x="404" y="294"/>
                    <a:pt x="386" y="293"/>
                    <a:pt x="386" y="270"/>
                  </a:cubicBezTo>
                  <a:cubicBezTo>
                    <a:pt x="386" y="270"/>
                    <a:pt x="386" y="270"/>
                    <a:pt x="386" y="270"/>
                  </a:cubicBezTo>
                  <a:cubicBezTo>
                    <a:pt x="386" y="51"/>
                    <a:pt x="386" y="51"/>
                    <a:pt x="386" y="51"/>
                  </a:cubicBezTo>
                  <a:cubicBezTo>
                    <a:pt x="388" y="30"/>
                    <a:pt x="403" y="28"/>
                    <a:pt x="403" y="28"/>
                  </a:cubicBezTo>
                  <a:cubicBezTo>
                    <a:pt x="403" y="0"/>
                    <a:pt x="403" y="0"/>
                    <a:pt x="40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45AE3A5-7692-49DB-939A-5DB27B6179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7" y="3332"/>
              <a:ext cx="605" cy="608"/>
            </a:xfrm>
            <a:custGeom>
              <a:avLst/>
              <a:gdLst>
                <a:gd name="T0" fmla="*/ 284 w 329"/>
                <a:gd name="T1" fmla="*/ 0 h 329"/>
                <a:gd name="T2" fmla="*/ 232 w 329"/>
                <a:gd name="T3" fmla="*/ 0 h 329"/>
                <a:gd name="T4" fmla="*/ 215 w 329"/>
                <a:gd name="T5" fmla="*/ 0 h 329"/>
                <a:gd name="T6" fmla="*/ 215 w 329"/>
                <a:gd name="T7" fmla="*/ 28 h 329"/>
                <a:gd name="T8" fmla="*/ 232 w 329"/>
                <a:gd name="T9" fmla="*/ 48 h 329"/>
                <a:gd name="T10" fmla="*/ 232 w 329"/>
                <a:gd name="T11" fmla="*/ 179 h 329"/>
                <a:gd name="T12" fmla="*/ 167 w 329"/>
                <a:gd name="T13" fmla="*/ 254 h 329"/>
                <a:gd name="T14" fmla="*/ 97 w 329"/>
                <a:gd name="T15" fmla="*/ 179 h 329"/>
                <a:gd name="T16" fmla="*/ 97 w 329"/>
                <a:gd name="T17" fmla="*/ 55 h 329"/>
                <a:gd name="T18" fmla="*/ 97 w 329"/>
                <a:gd name="T19" fmla="*/ 55 h 329"/>
                <a:gd name="T20" fmla="*/ 115 w 329"/>
                <a:gd name="T21" fmla="*/ 28 h 329"/>
                <a:gd name="T22" fmla="*/ 115 w 329"/>
                <a:gd name="T23" fmla="*/ 0 h 329"/>
                <a:gd name="T24" fmla="*/ 97 w 329"/>
                <a:gd name="T25" fmla="*/ 0 h 329"/>
                <a:gd name="T26" fmla="*/ 69 w 329"/>
                <a:gd name="T27" fmla="*/ 0 h 329"/>
                <a:gd name="T28" fmla="*/ 70 w 329"/>
                <a:gd name="T29" fmla="*/ 0 h 329"/>
                <a:gd name="T30" fmla="*/ 17 w 329"/>
                <a:gd name="T31" fmla="*/ 0 h 329"/>
                <a:gd name="T32" fmla="*/ 0 w 329"/>
                <a:gd name="T33" fmla="*/ 0 h 329"/>
                <a:gd name="T34" fmla="*/ 0 w 329"/>
                <a:gd name="T35" fmla="*/ 28 h 329"/>
                <a:gd name="T36" fmla="*/ 17 w 329"/>
                <a:gd name="T37" fmla="*/ 48 h 329"/>
                <a:gd name="T38" fmla="*/ 17 w 329"/>
                <a:gd name="T39" fmla="*/ 48 h 329"/>
                <a:gd name="T40" fmla="*/ 17 w 329"/>
                <a:gd name="T41" fmla="*/ 184 h 329"/>
                <a:gd name="T42" fmla="*/ 167 w 329"/>
                <a:gd name="T43" fmla="*/ 329 h 329"/>
                <a:gd name="T44" fmla="*/ 312 w 329"/>
                <a:gd name="T45" fmla="*/ 184 h 329"/>
                <a:gd name="T46" fmla="*/ 312 w 329"/>
                <a:gd name="T47" fmla="*/ 50 h 329"/>
                <a:gd name="T48" fmla="*/ 329 w 329"/>
                <a:gd name="T49" fmla="*/ 28 h 329"/>
                <a:gd name="T50" fmla="*/ 329 w 329"/>
                <a:gd name="T51" fmla="*/ 0 h 329"/>
                <a:gd name="T52" fmla="*/ 312 w 329"/>
                <a:gd name="T53" fmla="*/ 0 h 329"/>
                <a:gd name="T54" fmla="*/ 284 w 329"/>
                <a:gd name="T55" fmla="*/ 0 h 329"/>
                <a:gd name="T56" fmla="*/ 284 w 329"/>
                <a:gd name="T57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9" h="329">
                  <a:moveTo>
                    <a:pt x="28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5" y="28"/>
                    <a:pt x="231" y="33"/>
                    <a:pt x="232" y="48"/>
                  </a:cubicBezTo>
                  <a:cubicBezTo>
                    <a:pt x="232" y="179"/>
                    <a:pt x="232" y="179"/>
                    <a:pt x="232" y="179"/>
                  </a:cubicBezTo>
                  <a:cubicBezTo>
                    <a:pt x="232" y="225"/>
                    <a:pt x="215" y="254"/>
                    <a:pt x="167" y="254"/>
                  </a:cubicBezTo>
                  <a:cubicBezTo>
                    <a:pt x="121" y="254"/>
                    <a:pt x="97" y="226"/>
                    <a:pt x="97" y="179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30"/>
                    <a:pt x="115" y="28"/>
                    <a:pt x="115" y="28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7" y="33"/>
                    <a:pt x="17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184"/>
                    <a:pt x="17" y="184"/>
                    <a:pt x="17" y="184"/>
                  </a:cubicBezTo>
                  <a:cubicBezTo>
                    <a:pt x="17" y="268"/>
                    <a:pt x="70" y="329"/>
                    <a:pt x="167" y="329"/>
                  </a:cubicBezTo>
                  <a:cubicBezTo>
                    <a:pt x="265" y="329"/>
                    <a:pt x="312" y="262"/>
                    <a:pt x="312" y="184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4" y="30"/>
                    <a:pt x="329" y="28"/>
                    <a:pt x="329" y="28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84" y="0"/>
                    <a:pt x="284" y="0"/>
                    <a:pt x="28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1BD011E3-C685-4B53-B556-F4F51D4BAC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83" y="3319"/>
              <a:ext cx="580" cy="627"/>
            </a:xfrm>
            <a:custGeom>
              <a:avLst/>
              <a:gdLst>
                <a:gd name="T0" fmla="*/ 155 w 315"/>
                <a:gd name="T1" fmla="*/ 0 h 339"/>
                <a:gd name="T2" fmla="*/ 107 w 315"/>
                <a:gd name="T3" fmla="*/ 3 h 339"/>
                <a:gd name="T4" fmla="*/ 0 w 315"/>
                <a:gd name="T5" fmla="*/ 102 h 339"/>
                <a:gd name="T6" fmla="*/ 70 w 315"/>
                <a:gd name="T7" fmla="*/ 187 h 339"/>
                <a:gd name="T8" fmla="*/ 202 w 315"/>
                <a:gd name="T9" fmla="*/ 205 h 339"/>
                <a:gd name="T10" fmla="*/ 233 w 315"/>
                <a:gd name="T11" fmla="*/ 238 h 339"/>
                <a:gd name="T12" fmla="*/ 200 w 315"/>
                <a:gd name="T13" fmla="*/ 264 h 339"/>
                <a:gd name="T14" fmla="*/ 152 w 315"/>
                <a:gd name="T15" fmla="*/ 268 h 339"/>
                <a:gd name="T16" fmla="*/ 106 w 315"/>
                <a:gd name="T17" fmla="*/ 264 h 339"/>
                <a:gd name="T18" fmla="*/ 57 w 315"/>
                <a:gd name="T19" fmla="*/ 226 h 339"/>
                <a:gd name="T20" fmla="*/ 6 w 315"/>
                <a:gd name="T21" fmla="*/ 226 h 339"/>
                <a:gd name="T22" fmla="*/ 7 w 315"/>
                <a:gd name="T23" fmla="*/ 329 h 339"/>
                <a:gd name="T24" fmla="*/ 34 w 315"/>
                <a:gd name="T25" fmla="*/ 329 h 339"/>
                <a:gd name="T26" fmla="*/ 48 w 315"/>
                <a:gd name="T27" fmla="*/ 318 h 339"/>
                <a:gd name="T28" fmla="*/ 54 w 315"/>
                <a:gd name="T29" fmla="*/ 319 h 339"/>
                <a:gd name="T30" fmla="*/ 148 w 315"/>
                <a:gd name="T31" fmla="*/ 338 h 339"/>
                <a:gd name="T32" fmla="*/ 162 w 315"/>
                <a:gd name="T33" fmla="*/ 339 h 339"/>
                <a:gd name="T34" fmla="*/ 262 w 315"/>
                <a:gd name="T35" fmla="*/ 318 h 339"/>
                <a:gd name="T36" fmla="*/ 312 w 315"/>
                <a:gd name="T37" fmla="*/ 236 h 339"/>
                <a:gd name="T38" fmla="*/ 224 w 315"/>
                <a:gd name="T39" fmla="*/ 135 h 339"/>
                <a:gd name="T40" fmla="*/ 117 w 315"/>
                <a:gd name="T41" fmla="*/ 121 h 339"/>
                <a:gd name="T42" fmla="*/ 78 w 315"/>
                <a:gd name="T43" fmla="*/ 97 h 339"/>
                <a:gd name="T44" fmla="*/ 107 w 315"/>
                <a:gd name="T45" fmla="*/ 73 h 339"/>
                <a:gd name="T46" fmla="*/ 161 w 315"/>
                <a:gd name="T47" fmla="*/ 67 h 339"/>
                <a:gd name="T48" fmla="*/ 212 w 315"/>
                <a:gd name="T49" fmla="*/ 73 h 339"/>
                <a:gd name="T50" fmla="*/ 251 w 315"/>
                <a:gd name="T51" fmla="*/ 95 h 339"/>
                <a:gd name="T52" fmla="*/ 296 w 315"/>
                <a:gd name="T53" fmla="*/ 94 h 339"/>
                <a:gd name="T54" fmla="*/ 296 w 315"/>
                <a:gd name="T55" fmla="*/ 7 h 339"/>
                <a:gd name="T56" fmla="*/ 272 w 315"/>
                <a:gd name="T57" fmla="*/ 7 h 339"/>
                <a:gd name="T58" fmla="*/ 259 w 315"/>
                <a:gd name="T59" fmla="*/ 13 h 339"/>
                <a:gd name="T60" fmla="*/ 255 w 315"/>
                <a:gd name="T61" fmla="*/ 13 h 339"/>
                <a:gd name="T62" fmla="*/ 155 w 315"/>
                <a:gd name="T63" fmla="*/ 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339">
                  <a:moveTo>
                    <a:pt x="155" y="0"/>
                  </a:moveTo>
                  <a:cubicBezTo>
                    <a:pt x="141" y="0"/>
                    <a:pt x="119" y="1"/>
                    <a:pt x="107" y="3"/>
                  </a:cubicBezTo>
                  <a:cubicBezTo>
                    <a:pt x="56" y="9"/>
                    <a:pt x="0" y="39"/>
                    <a:pt x="0" y="102"/>
                  </a:cubicBezTo>
                  <a:cubicBezTo>
                    <a:pt x="0" y="146"/>
                    <a:pt x="20" y="175"/>
                    <a:pt x="70" y="187"/>
                  </a:cubicBezTo>
                  <a:cubicBezTo>
                    <a:pt x="126" y="201"/>
                    <a:pt x="175" y="201"/>
                    <a:pt x="202" y="205"/>
                  </a:cubicBezTo>
                  <a:cubicBezTo>
                    <a:pt x="228" y="210"/>
                    <a:pt x="234" y="224"/>
                    <a:pt x="233" y="238"/>
                  </a:cubicBezTo>
                  <a:cubicBezTo>
                    <a:pt x="232" y="252"/>
                    <a:pt x="214" y="261"/>
                    <a:pt x="200" y="264"/>
                  </a:cubicBezTo>
                  <a:cubicBezTo>
                    <a:pt x="192" y="266"/>
                    <a:pt x="168" y="268"/>
                    <a:pt x="152" y="268"/>
                  </a:cubicBezTo>
                  <a:cubicBezTo>
                    <a:pt x="138" y="268"/>
                    <a:pt x="120" y="267"/>
                    <a:pt x="106" y="264"/>
                  </a:cubicBezTo>
                  <a:cubicBezTo>
                    <a:pt x="70" y="255"/>
                    <a:pt x="57" y="226"/>
                    <a:pt x="57" y="226"/>
                  </a:cubicBezTo>
                  <a:cubicBezTo>
                    <a:pt x="6" y="226"/>
                    <a:pt x="6" y="226"/>
                    <a:pt x="6" y="226"/>
                  </a:cubicBezTo>
                  <a:cubicBezTo>
                    <a:pt x="7" y="329"/>
                    <a:pt x="7" y="329"/>
                    <a:pt x="7" y="329"/>
                  </a:cubicBezTo>
                  <a:cubicBezTo>
                    <a:pt x="34" y="329"/>
                    <a:pt x="34" y="329"/>
                    <a:pt x="34" y="329"/>
                  </a:cubicBezTo>
                  <a:cubicBezTo>
                    <a:pt x="34" y="329"/>
                    <a:pt x="37" y="318"/>
                    <a:pt x="48" y="318"/>
                  </a:cubicBezTo>
                  <a:cubicBezTo>
                    <a:pt x="50" y="318"/>
                    <a:pt x="52" y="318"/>
                    <a:pt x="54" y="319"/>
                  </a:cubicBezTo>
                  <a:cubicBezTo>
                    <a:pt x="80" y="330"/>
                    <a:pt x="121" y="338"/>
                    <a:pt x="148" y="338"/>
                  </a:cubicBezTo>
                  <a:cubicBezTo>
                    <a:pt x="153" y="339"/>
                    <a:pt x="158" y="339"/>
                    <a:pt x="162" y="339"/>
                  </a:cubicBezTo>
                  <a:cubicBezTo>
                    <a:pt x="197" y="339"/>
                    <a:pt x="236" y="334"/>
                    <a:pt x="262" y="318"/>
                  </a:cubicBezTo>
                  <a:cubicBezTo>
                    <a:pt x="287" y="302"/>
                    <a:pt x="308" y="277"/>
                    <a:pt x="312" y="236"/>
                  </a:cubicBezTo>
                  <a:cubicBezTo>
                    <a:pt x="315" y="192"/>
                    <a:pt x="288" y="147"/>
                    <a:pt x="224" y="135"/>
                  </a:cubicBezTo>
                  <a:cubicBezTo>
                    <a:pt x="168" y="125"/>
                    <a:pt x="138" y="125"/>
                    <a:pt x="117" y="121"/>
                  </a:cubicBezTo>
                  <a:cubicBezTo>
                    <a:pt x="96" y="118"/>
                    <a:pt x="79" y="110"/>
                    <a:pt x="78" y="97"/>
                  </a:cubicBezTo>
                  <a:cubicBezTo>
                    <a:pt x="78" y="85"/>
                    <a:pt x="91" y="77"/>
                    <a:pt x="107" y="73"/>
                  </a:cubicBezTo>
                  <a:cubicBezTo>
                    <a:pt x="122" y="69"/>
                    <a:pt x="146" y="67"/>
                    <a:pt x="161" y="67"/>
                  </a:cubicBezTo>
                  <a:cubicBezTo>
                    <a:pt x="178" y="67"/>
                    <a:pt x="198" y="69"/>
                    <a:pt x="212" y="73"/>
                  </a:cubicBezTo>
                  <a:cubicBezTo>
                    <a:pt x="237" y="79"/>
                    <a:pt x="251" y="95"/>
                    <a:pt x="251" y="95"/>
                  </a:cubicBezTo>
                  <a:cubicBezTo>
                    <a:pt x="252" y="95"/>
                    <a:pt x="296" y="94"/>
                    <a:pt x="296" y="94"/>
                  </a:cubicBezTo>
                  <a:cubicBezTo>
                    <a:pt x="296" y="7"/>
                    <a:pt x="296" y="7"/>
                    <a:pt x="296" y="7"/>
                  </a:cubicBezTo>
                  <a:cubicBezTo>
                    <a:pt x="272" y="7"/>
                    <a:pt x="272" y="7"/>
                    <a:pt x="272" y="7"/>
                  </a:cubicBezTo>
                  <a:cubicBezTo>
                    <a:pt x="272" y="7"/>
                    <a:pt x="270" y="13"/>
                    <a:pt x="259" y="13"/>
                  </a:cubicBezTo>
                  <a:cubicBezTo>
                    <a:pt x="258" y="13"/>
                    <a:pt x="256" y="13"/>
                    <a:pt x="255" y="13"/>
                  </a:cubicBezTo>
                  <a:cubicBezTo>
                    <a:pt x="217" y="4"/>
                    <a:pt x="183" y="0"/>
                    <a:pt x="1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8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4ACFCD2-0F4F-46B9-8A6E-317ED9A27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35" y="3855"/>
              <a:ext cx="74" cy="74"/>
            </a:xfrm>
            <a:custGeom>
              <a:avLst/>
              <a:gdLst>
                <a:gd name="T0" fmla="*/ 40 w 40"/>
                <a:gd name="T1" fmla="*/ 20 h 40"/>
                <a:gd name="T2" fmla="*/ 20 w 40"/>
                <a:gd name="T3" fmla="*/ 40 h 40"/>
                <a:gd name="T4" fmla="*/ 0 w 40"/>
                <a:gd name="T5" fmla="*/ 20 h 40"/>
                <a:gd name="T6" fmla="*/ 20 w 40"/>
                <a:gd name="T7" fmla="*/ 0 h 40"/>
                <a:gd name="T8" fmla="*/ 40 w 40"/>
                <a:gd name="T9" fmla="*/ 20 h 40"/>
                <a:gd name="T10" fmla="*/ 37 w 40"/>
                <a:gd name="T11" fmla="*/ 20 h 40"/>
                <a:gd name="T12" fmla="*/ 20 w 40"/>
                <a:gd name="T13" fmla="*/ 3 h 40"/>
                <a:gd name="T14" fmla="*/ 3 w 40"/>
                <a:gd name="T15" fmla="*/ 20 h 40"/>
                <a:gd name="T16" fmla="*/ 20 w 40"/>
                <a:gd name="T17" fmla="*/ 38 h 40"/>
                <a:gd name="T18" fmla="*/ 37 w 40"/>
                <a:gd name="T19" fmla="*/ 20 h 40"/>
                <a:gd name="T20" fmla="*/ 16 w 40"/>
                <a:gd name="T21" fmla="*/ 32 h 40"/>
                <a:gd name="T22" fmla="*/ 13 w 40"/>
                <a:gd name="T23" fmla="*/ 32 h 40"/>
                <a:gd name="T24" fmla="*/ 13 w 40"/>
                <a:gd name="T25" fmla="*/ 8 h 40"/>
                <a:gd name="T26" fmla="*/ 22 w 40"/>
                <a:gd name="T27" fmla="*/ 8 h 40"/>
                <a:gd name="T28" fmla="*/ 30 w 40"/>
                <a:gd name="T29" fmla="*/ 15 h 40"/>
                <a:gd name="T30" fmla="*/ 24 w 40"/>
                <a:gd name="T31" fmla="*/ 22 h 40"/>
                <a:gd name="T32" fmla="*/ 31 w 40"/>
                <a:gd name="T33" fmla="*/ 32 h 40"/>
                <a:gd name="T34" fmla="*/ 27 w 40"/>
                <a:gd name="T35" fmla="*/ 32 h 40"/>
                <a:gd name="T36" fmla="*/ 21 w 40"/>
                <a:gd name="T37" fmla="*/ 22 h 40"/>
                <a:gd name="T38" fmla="*/ 16 w 40"/>
                <a:gd name="T39" fmla="*/ 22 h 40"/>
                <a:gd name="T40" fmla="*/ 16 w 40"/>
                <a:gd name="T41" fmla="*/ 32 h 40"/>
                <a:gd name="T42" fmla="*/ 20 w 40"/>
                <a:gd name="T43" fmla="*/ 19 h 40"/>
                <a:gd name="T44" fmla="*/ 26 w 40"/>
                <a:gd name="T45" fmla="*/ 15 h 40"/>
                <a:gd name="T46" fmla="*/ 21 w 40"/>
                <a:gd name="T47" fmla="*/ 11 h 40"/>
                <a:gd name="T48" fmla="*/ 16 w 40"/>
                <a:gd name="T49" fmla="*/ 11 h 40"/>
                <a:gd name="T50" fmla="*/ 16 w 40"/>
                <a:gd name="T51" fmla="*/ 19 h 40"/>
                <a:gd name="T52" fmla="*/ 20 w 40"/>
                <a:gd name="T53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" h="40">
                  <a:moveTo>
                    <a:pt x="40" y="20"/>
                  </a:move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lose/>
                  <a:moveTo>
                    <a:pt x="37" y="20"/>
                  </a:moveTo>
                  <a:cubicBezTo>
                    <a:pt x="37" y="10"/>
                    <a:pt x="30" y="3"/>
                    <a:pt x="20" y="3"/>
                  </a:cubicBezTo>
                  <a:cubicBezTo>
                    <a:pt x="10" y="3"/>
                    <a:pt x="3" y="10"/>
                    <a:pt x="3" y="20"/>
                  </a:cubicBezTo>
                  <a:cubicBezTo>
                    <a:pt x="3" y="30"/>
                    <a:pt x="10" y="38"/>
                    <a:pt x="20" y="38"/>
                  </a:cubicBezTo>
                  <a:cubicBezTo>
                    <a:pt x="30" y="38"/>
                    <a:pt x="37" y="30"/>
                    <a:pt x="37" y="20"/>
                  </a:cubicBezTo>
                  <a:close/>
                  <a:moveTo>
                    <a:pt x="16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7" y="8"/>
                    <a:pt x="30" y="11"/>
                    <a:pt x="30" y="15"/>
                  </a:cubicBezTo>
                  <a:cubicBezTo>
                    <a:pt x="30" y="19"/>
                    <a:pt x="27" y="21"/>
                    <a:pt x="24" y="2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6" y="22"/>
                    <a:pt x="16" y="22"/>
                    <a:pt x="16" y="22"/>
                  </a:cubicBezTo>
                  <a:lnTo>
                    <a:pt x="16" y="32"/>
                  </a:lnTo>
                  <a:close/>
                  <a:moveTo>
                    <a:pt x="20" y="19"/>
                  </a:moveTo>
                  <a:cubicBezTo>
                    <a:pt x="23" y="19"/>
                    <a:pt x="26" y="19"/>
                    <a:pt x="26" y="15"/>
                  </a:cubicBezTo>
                  <a:cubicBezTo>
                    <a:pt x="26" y="11"/>
                    <a:pt x="24" y="11"/>
                    <a:pt x="21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9"/>
                    <a:pt x="16" y="19"/>
                    <a:pt x="16" y="19"/>
                  </a:cubicBezTo>
                  <a:lnTo>
                    <a:pt x="2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55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8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17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45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Half Image Right">
    <p:bg>
      <p:bgPr>
        <a:solidFill>
          <a:srgbClr val="CC0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aphic 6">
            <a:extLst>
              <a:ext uri="{FF2B5EF4-FFF2-40B4-BE49-F238E27FC236}">
                <a16:creationId xmlns:a16="http://schemas.microsoft.com/office/drawing/2014/main" id="{95C8B3D9-E8D0-408D-B527-668E608DD180}"/>
              </a:ext>
            </a:extLst>
          </p:cNvPr>
          <p:cNvGrpSpPr/>
          <p:nvPr userDrawn="1"/>
        </p:nvGrpSpPr>
        <p:grpSpPr>
          <a:xfrm>
            <a:off x="441440" y="5959228"/>
            <a:ext cx="1568784" cy="466491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9B277BB-01E9-4D19-A588-E9B7AC8B11B6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25A4C99-D4E2-4C48-AE17-F5E7AD22405B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76BF173-AD72-4E82-B0D3-12B873A0E401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4D484AE-0EA0-462B-B69B-722AD0B39C7E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6957BF-E719-44E7-A8B8-E403FC15CAC3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318A14-49B3-034F-A276-8010F8A0BEB7}"/>
              </a:ext>
            </a:extLst>
          </p:cNvPr>
          <p:cNvCxnSpPr>
            <a:cxnSpLocks/>
          </p:cNvCxnSpPr>
          <p:nvPr userDrawn="1"/>
        </p:nvCxnSpPr>
        <p:spPr>
          <a:xfrm>
            <a:off x="486860" y="3907784"/>
            <a:ext cx="46784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2E785B-EFA0-2246-ADCC-47C18D9DE906}"/>
              </a:ext>
            </a:extLst>
          </p:cNvPr>
          <p:cNvCxnSpPr>
            <a:cxnSpLocks/>
          </p:cNvCxnSpPr>
          <p:nvPr userDrawn="1"/>
        </p:nvCxnSpPr>
        <p:spPr>
          <a:xfrm>
            <a:off x="486860" y="3125439"/>
            <a:ext cx="46784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0885" y="3137020"/>
            <a:ext cx="5369708" cy="73023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69816" lvl="0" indent="-169816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dirty="0"/>
              <a:t>Click to add information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50885" y="4101309"/>
            <a:ext cx="5369708" cy="10158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lang="en-US" sz="1800" b="0" i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1114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285750" lvl="0" indent="-28575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Click to add information</a:t>
            </a:r>
          </a:p>
        </p:txBody>
      </p:sp>
      <p:sp>
        <p:nvSpPr>
          <p:cNvPr id="16" name="Title 11" descr="Enter a short title here." title="Click to add title"/>
          <p:cNvSpPr>
            <a:spLocks noGrp="1"/>
          </p:cNvSpPr>
          <p:nvPr>
            <p:ph type="title" hasCustomPrompt="1"/>
          </p:nvPr>
        </p:nvSpPr>
        <p:spPr>
          <a:xfrm>
            <a:off x="450885" y="541769"/>
            <a:ext cx="5369708" cy="246697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 defTabSz="509447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4400" b="1" kern="120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743AECF-0D66-41E7-8AE1-08379EA051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3560" y="-11498"/>
            <a:ext cx="6248441" cy="686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2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2" pos="37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 Half Image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318A14-49B3-034F-A276-8010F8A0BEB7}"/>
              </a:ext>
            </a:extLst>
          </p:cNvPr>
          <p:cNvCxnSpPr>
            <a:cxnSpLocks/>
          </p:cNvCxnSpPr>
          <p:nvPr userDrawn="1"/>
        </p:nvCxnSpPr>
        <p:spPr>
          <a:xfrm>
            <a:off x="486860" y="3907784"/>
            <a:ext cx="46784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2E785B-EFA0-2246-ADCC-47C18D9DE906}"/>
              </a:ext>
            </a:extLst>
          </p:cNvPr>
          <p:cNvCxnSpPr>
            <a:cxnSpLocks/>
          </p:cNvCxnSpPr>
          <p:nvPr userDrawn="1"/>
        </p:nvCxnSpPr>
        <p:spPr>
          <a:xfrm>
            <a:off x="486860" y="3125439"/>
            <a:ext cx="46784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0885" y="3137020"/>
            <a:ext cx="5369708" cy="73023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800" b="1" dirty="0">
                <a:solidFill>
                  <a:schemeClr val="accent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69816" lvl="0" indent="-169816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dirty="0"/>
              <a:t>Click to add information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50885" y="4101309"/>
            <a:ext cx="5369708" cy="10158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lang="en-US" sz="1800" b="0" i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1114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285750" lvl="0" indent="-28575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Click to add information</a:t>
            </a:r>
          </a:p>
        </p:txBody>
      </p:sp>
      <p:sp>
        <p:nvSpPr>
          <p:cNvPr id="16" name="Title 11" descr="Enter a short title here." title="Click to add title"/>
          <p:cNvSpPr>
            <a:spLocks noGrp="1"/>
          </p:cNvSpPr>
          <p:nvPr>
            <p:ph type="title" hasCustomPrompt="1"/>
          </p:nvPr>
        </p:nvSpPr>
        <p:spPr>
          <a:xfrm>
            <a:off x="450885" y="541769"/>
            <a:ext cx="5369708" cy="246697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l" defTabSz="509447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4400" b="1" kern="120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F2DA49-65B9-4D18-A939-6F01CCCE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-1"/>
          <a:stretch/>
        </p:blipFill>
        <p:spPr>
          <a:xfrm>
            <a:off x="5954403" y="0"/>
            <a:ext cx="6237598" cy="6858000"/>
          </a:xfrm>
          <a:prstGeom prst="rect">
            <a:avLst/>
          </a:prstGeom>
        </p:spPr>
      </p:pic>
      <p:grpSp>
        <p:nvGrpSpPr>
          <p:cNvPr id="18" name="Graphic 6">
            <a:extLst>
              <a:ext uri="{FF2B5EF4-FFF2-40B4-BE49-F238E27FC236}">
                <a16:creationId xmlns:a16="http://schemas.microsoft.com/office/drawing/2014/main" id="{4C7E86BF-8D43-4732-8B71-D95DF30975EA}"/>
              </a:ext>
            </a:extLst>
          </p:cNvPr>
          <p:cNvGrpSpPr/>
          <p:nvPr userDrawn="1"/>
        </p:nvGrpSpPr>
        <p:grpSpPr>
          <a:xfrm>
            <a:off x="441440" y="5959228"/>
            <a:ext cx="1568784" cy="466491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DC349AB-0B15-4C58-8F52-A2755AC76E2B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C679B04-13C1-47F2-AF79-5F6475731BF9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CD5016-CDE8-45F3-B0F2-748D0E12FA1B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94CD739-96E8-40BF-AD4B-D6452C802A75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1B7926D-897A-45FC-AE20-B62D82E5D6AA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963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2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tr Graphic Right Tx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E8AD397B-833A-4C60-9751-F2377CE12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93943" y="0"/>
            <a:ext cx="3198059" cy="6858000"/>
          </a:xfrm>
          <a:prstGeom prst="rect">
            <a:avLst/>
          </a:prstGeom>
        </p:spPr>
      </p:pic>
      <p:grpSp>
        <p:nvGrpSpPr>
          <p:cNvPr id="15" name="Graphic 6">
            <a:extLst>
              <a:ext uri="{FF2B5EF4-FFF2-40B4-BE49-F238E27FC236}">
                <a16:creationId xmlns:a16="http://schemas.microsoft.com/office/drawing/2014/main" id="{7D4587CC-9435-4DB2-9CE3-587E2F9203E2}"/>
              </a:ext>
            </a:extLst>
          </p:cNvPr>
          <p:cNvGrpSpPr/>
          <p:nvPr userDrawn="1"/>
        </p:nvGrpSpPr>
        <p:grpSpPr>
          <a:xfrm>
            <a:off x="9813305" y="5564549"/>
            <a:ext cx="1568784" cy="466491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F38360E-27CC-4F82-999F-162B08563DAF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AB2737-EC9F-4FC1-A040-32EE7D578018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F83F1F-315A-424F-B82E-3B6F32FDCCBC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02EA923-F341-4504-B455-5A15C34D65C7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DE21661-DA14-4073-9086-EF3E61FF7E83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6AAE80-D852-498C-BA80-4018432B6877}"/>
              </a:ext>
            </a:extLst>
          </p:cNvPr>
          <p:cNvCxnSpPr>
            <a:cxnSpLocks/>
          </p:cNvCxnSpPr>
          <p:nvPr userDrawn="1"/>
        </p:nvCxnSpPr>
        <p:spPr>
          <a:xfrm>
            <a:off x="188964" y="671267"/>
            <a:ext cx="868890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88962" y="1"/>
            <a:ext cx="8756032" cy="626066"/>
          </a:xfrm>
        </p:spPr>
        <p:txBody>
          <a:bodyPr wrap="none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4948646-6291-42B6-81D8-77307E5397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8962" y="847290"/>
            <a:ext cx="8747641" cy="5903889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lnSpc>
                <a:spcPct val="95000"/>
              </a:lnSpc>
              <a:spcAft>
                <a:spcPts val="1189"/>
              </a:spcAft>
              <a:defRPr sz="2400">
                <a:solidFill>
                  <a:schemeClr val="bg1"/>
                </a:solidFill>
              </a:defRPr>
            </a:lvl1pPr>
            <a:lvl2pPr>
              <a:lnSpc>
                <a:spcPct val="95000"/>
              </a:lnSpc>
              <a:spcAft>
                <a:spcPts val="1189"/>
              </a:spcAft>
              <a:defRPr sz="1800">
                <a:solidFill>
                  <a:schemeClr val="bg1"/>
                </a:solidFill>
              </a:defRPr>
            </a:lvl2pPr>
            <a:lvl3pPr>
              <a:lnSpc>
                <a:spcPct val="95000"/>
              </a:lnSpc>
              <a:spcAft>
                <a:spcPts val="1189"/>
              </a:spcAft>
              <a:defRPr sz="1800">
                <a:solidFill>
                  <a:schemeClr val="bg1"/>
                </a:solidFill>
              </a:defRPr>
            </a:lvl3pPr>
            <a:lvl4pPr>
              <a:lnSpc>
                <a:spcPct val="95000"/>
              </a:lnSpc>
              <a:spcAft>
                <a:spcPts val="1189"/>
              </a:spcAft>
              <a:defRPr sz="1600">
                <a:solidFill>
                  <a:schemeClr val="bg1"/>
                </a:solidFill>
              </a:defRPr>
            </a:lvl4pPr>
            <a:lvl5pPr>
              <a:lnSpc>
                <a:spcPct val="95000"/>
              </a:lnSpc>
              <a:spcAft>
                <a:spcPts val="1189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71DF992F-3694-4696-BEC7-3EA746415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 defTabSz="905525">
              <a:defRPr/>
            </a:pPr>
            <a:fld id="{B3BD2672-75C2-438C-BF59-C55A35C73CD5}" type="slidenum">
              <a:rPr lang="en-US" smtClean="0">
                <a:solidFill>
                  <a:prstClr val="white"/>
                </a:solidFill>
              </a:rPr>
              <a:pPr defTabSz="905525">
                <a:defRPr/>
              </a:p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8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tr Graphic Left Tx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E8AD397B-833A-4C60-9751-F2377CE12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98059" cy="6858000"/>
          </a:xfrm>
          <a:prstGeom prst="rect">
            <a:avLst/>
          </a:prstGeom>
        </p:spPr>
      </p:pic>
      <p:grpSp>
        <p:nvGrpSpPr>
          <p:cNvPr id="15" name="Graphic 6">
            <a:extLst>
              <a:ext uri="{FF2B5EF4-FFF2-40B4-BE49-F238E27FC236}">
                <a16:creationId xmlns:a16="http://schemas.microsoft.com/office/drawing/2014/main" id="{347614E1-499B-44C9-952C-1D853D6B6918}"/>
              </a:ext>
            </a:extLst>
          </p:cNvPr>
          <p:cNvGrpSpPr/>
          <p:nvPr userDrawn="1"/>
        </p:nvGrpSpPr>
        <p:grpSpPr>
          <a:xfrm>
            <a:off x="806108" y="5564549"/>
            <a:ext cx="1568784" cy="466491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AE9AA46-9CD7-40EB-93D3-7686A251B0F1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80AECBC-3F49-4210-8C16-474D6281402E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BEB06F-7D36-45F0-9F45-325B39D7EBC9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8F00E03-9944-4630-8FAD-6827AEA865CF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9975A6D-E4FA-46E6-9262-31F8184D41E5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6AAE80-D852-498C-BA80-4018432B6877}"/>
              </a:ext>
            </a:extLst>
          </p:cNvPr>
          <p:cNvCxnSpPr>
            <a:cxnSpLocks/>
          </p:cNvCxnSpPr>
          <p:nvPr userDrawn="1"/>
        </p:nvCxnSpPr>
        <p:spPr>
          <a:xfrm>
            <a:off x="3390196" y="671267"/>
            <a:ext cx="861284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90197" y="1"/>
            <a:ext cx="8801804" cy="611552"/>
          </a:xfrm>
        </p:spPr>
        <p:txBody>
          <a:bodyPr wrap="none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4948646-6291-42B6-81D8-77307E5397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90197" y="788566"/>
            <a:ext cx="8801804" cy="596261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en-US" sz="2400">
                <a:solidFill>
                  <a:schemeClr val="bg1"/>
                </a:solidFill>
              </a:defRPr>
            </a:lvl1pPr>
            <a:lvl2pPr>
              <a:defRPr lang="en-US" sz="1800">
                <a:solidFill>
                  <a:schemeClr val="bg1"/>
                </a:solidFill>
              </a:defRPr>
            </a:lvl2pPr>
            <a:lvl3pPr>
              <a:defRPr lang="en-US" sz="1800">
                <a:solidFill>
                  <a:schemeClr val="bg1"/>
                </a:solidFill>
              </a:defRPr>
            </a:lvl3pPr>
            <a:lvl4pPr>
              <a:defRPr lang="en-US" sz="1600">
                <a:solidFill>
                  <a:schemeClr val="bg1"/>
                </a:solidFill>
              </a:defRPr>
            </a:lvl4pPr>
            <a:lvl5pPr>
              <a:defRPr lang="en-US" sz="16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189"/>
              </a:spcAft>
            </a:pPr>
            <a:r>
              <a:rPr lang="en-US" dirty="0"/>
              <a:t>Edit Master text styles</a:t>
            </a:r>
          </a:p>
          <a:p>
            <a:pPr lvl="1">
              <a:spcAft>
                <a:spcPts val="1189"/>
              </a:spcAft>
            </a:pPr>
            <a:r>
              <a:rPr lang="en-US" dirty="0"/>
              <a:t>Second level</a:t>
            </a:r>
          </a:p>
          <a:p>
            <a:pPr lvl="2">
              <a:spcAft>
                <a:spcPts val="1189"/>
              </a:spcAft>
            </a:pPr>
            <a:r>
              <a:rPr lang="en-US" dirty="0"/>
              <a:t>Third level</a:t>
            </a:r>
          </a:p>
          <a:p>
            <a:pPr lvl="3">
              <a:spcAft>
                <a:spcPts val="1189"/>
              </a:spcAft>
            </a:pPr>
            <a:r>
              <a:rPr lang="en-US" dirty="0"/>
              <a:t>Fourth level</a:t>
            </a:r>
          </a:p>
          <a:p>
            <a:pPr lvl="4">
              <a:spcAft>
                <a:spcPts val="1189"/>
              </a:spcAft>
            </a:pPr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97CC733-3B25-40F7-8FE5-44462748C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141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defTabSz="905525">
              <a:defRPr/>
            </a:pPr>
            <a:fld id="{B3BD2672-75C2-438C-BF59-C55A35C73CD5}" type="slidenum">
              <a:rPr lang="en-US" smtClean="0">
                <a:solidFill>
                  <a:prstClr val="white"/>
                </a:solidFill>
              </a:rPr>
              <a:pPr defTabSz="905525">
                <a:defRPr/>
              </a:p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9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21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d Section Break">
    <p:bg>
      <p:bgPr>
        <a:solidFill>
          <a:srgbClr val="CC0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E3F1B8-438D-4740-9B6B-1BC5FF4F2AE1}"/>
              </a:ext>
            </a:extLst>
          </p:cNvPr>
          <p:cNvSpPr/>
          <p:nvPr userDrawn="1"/>
        </p:nvSpPr>
        <p:spPr>
          <a:xfrm>
            <a:off x="5616452" y="3235473"/>
            <a:ext cx="957512" cy="494975"/>
          </a:xfrm>
          <a:custGeom>
            <a:avLst/>
            <a:gdLst>
              <a:gd name="connsiteX0" fmla="*/ 1941489 w 1952625"/>
              <a:gd name="connsiteY0" fmla="*/ 434612 h 1009650"/>
              <a:gd name="connsiteX1" fmla="*/ 1946251 w 1952625"/>
              <a:gd name="connsiteY1" fmla="*/ 456996 h 1009650"/>
              <a:gd name="connsiteX2" fmla="*/ 1920534 w 1952625"/>
              <a:gd name="connsiteY2" fmla="*/ 495667 h 1009650"/>
              <a:gd name="connsiteX3" fmla="*/ 1897483 w 1952625"/>
              <a:gd name="connsiteY3" fmla="*/ 518146 h 1009650"/>
              <a:gd name="connsiteX4" fmla="*/ 1836999 w 1952625"/>
              <a:gd name="connsiteY4" fmla="*/ 499096 h 1009650"/>
              <a:gd name="connsiteX5" fmla="*/ 1827475 w 1952625"/>
              <a:gd name="connsiteY5" fmla="*/ 453376 h 1009650"/>
              <a:gd name="connsiteX6" fmla="*/ 1774134 w 1952625"/>
              <a:gd name="connsiteY6" fmla="*/ 405751 h 1009650"/>
              <a:gd name="connsiteX7" fmla="*/ 1733558 w 1952625"/>
              <a:gd name="connsiteY7" fmla="*/ 387654 h 1009650"/>
              <a:gd name="connsiteX8" fmla="*/ 1666883 w 1952625"/>
              <a:gd name="connsiteY8" fmla="*/ 329932 h 1009650"/>
              <a:gd name="connsiteX9" fmla="*/ 1635355 w 1952625"/>
              <a:gd name="connsiteY9" fmla="*/ 312597 h 1009650"/>
              <a:gd name="connsiteX10" fmla="*/ 1444188 w 1952625"/>
              <a:gd name="connsiteY10" fmla="*/ 385082 h 1009650"/>
              <a:gd name="connsiteX11" fmla="*/ 1339985 w 1952625"/>
              <a:gd name="connsiteY11" fmla="*/ 541482 h 1009650"/>
              <a:gd name="connsiteX12" fmla="*/ 1356939 w 1952625"/>
              <a:gd name="connsiteY12" fmla="*/ 628922 h 1009650"/>
              <a:gd name="connsiteX13" fmla="*/ 1380276 w 1952625"/>
              <a:gd name="connsiteY13" fmla="*/ 724172 h 1009650"/>
              <a:gd name="connsiteX14" fmla="*/ 1377894 w 1952625"/>
              <a:gd name="connsiteY14" fmla="*/ 751794 h 1009650"/>
              <a:gd name="connsiteX15" fmla="*/ 1351034 w 1952625"/>
              <a:gd name="connsiteY15" fmla="*/ 784084 h 1009650"/>
              <a:gd name="connsiteX16" fmla="*/ 1319030 w 1952625"/>
              <a:gd name="connsiteY16" fmla="*/ 786846 h 1009650"/>
              <a:gd name="connsiteX17" fmla="*/ 1163963 w 1952625"/>
              <a:gd name="connsiteY17" fmla="*/ 764463 h 1009650"/>
              <a:gd name="connsiteX18" fmla="*/ 1084525 w 1952625"/>
              <a:gd name="connsiteY18" fmla="*/ 809135 h 1009650"/>
              <a:gd name="connsiteX19" fmla="*/ 1096621 w 1952625"/>
              <a:gd name="connsiteY19" fmla="*/ 830566 h 1009650"/>
              <a:gd name="connsiteX20" fmla="*/ 1144246 w 1952625"/>
              <a:gd name="connsiteY20" fmla="*/ 869619 h 1009650"/>
              <a:gd name="connsiteX21" fmla="*/ 1187966 w 1952625"/>
              <a:gd name="connsiteY21" fmla="*/ 901813 h 1009650"/>
              <a:gd name="connsiteX22" fmla="*/ 1179108 w 1952625"/>
              <a:gd name="connsiteY22" fmla="*/ 932293 h 1009650"/>
              <a:gd name="connsiteX23" fmla="*/ 1217208 w 1952625"/>
              <a:gd name="connsiteY23" fmla="*/ 961535 h 1009650"/>
              <a:gd name="connsiteX24" fmla="*/ 1215588 w 1952625"/>
              <a:gd name="connsiteY24" fmla="*/ 991634 h 1009650"/>
              <a:gd name="connsiteX25" fmla="*/ 1167963 w 1952625"/>
              <a:gd name="connsiteY25" fmla="*/ 1003445 h 1009650"/>
              <a:gd name="connsiteX26" fmla="*/ 1147104 w 1952625"/>
              <a:gd name="connsiteY26" fmla="*/ 990110 h 1009650"/>
              <a:gd name="connsiteX27" fmla="*/ 1076428 w 1952625"/>
              <a:gd name="connsiteY27" fmla="*/ 931722 h 1009650"/>
              <a:gd name="connsiteX28" fmla="*/ 996513 w 1952625"/>
              <a:gd name="connsiteY28" fmla="*/ 868095 h 1009650"/>
              <a:gd name="connsiteX29" fmla="*/ 954603 w 1952625"/>
              <a:gd name="connsiteY29" fmla="*/ 882954 h 1009650"/>
              <a:gd name="connsiteX30" fmla="*/ 873927 w 1952625"/>
              <a:gd name="connsiteY30" fmla="*/ 912576 h 1009650"/>
              <a:gd name="connsiteX31" fmla="*/ 813538 w 1952625"/>
              <a:gd name="connsiteY31" fmla="*/ 917053 h 1009650"/>
              <a:gd name="connsiteX32" fmla="*/ 838970 w 1952625"/>
              <a:gd name="connsiteY32" fmla="*/ 861904 h 1009650"/>
              <a:gd name="connsiteX33" fmla="*/ 902597 w 1952625"/>
              <a:gd name="connsiteY33" fmla="*/ 837710 h 1009650"/>
              <a:gd name="connsiteX34" fmla="*/ 931172 w 1952625"/>
              <a:gd name="connsiteY34" fmla="*/ 802277 h 1009650"/>
              <a:gd name="connsiteX35" fmla="*/ 834398 w 1952625"/>
              <a:gd name="connsiteY35" fmla="*/ 783989 h 1009650"/>
              <a:gd name="connsiteX36" fmla="*/ 764103 w 1952625"/>
              <a:gd name="connsiteY36" fmla="*/ 724077 h 1009650"/>
              <a:gd name="connsiteX37" fmla="*/ 599607 w 1952625"/>
              <a:gd name="connsiteY37" fmla="*/ 550626 h 1009650"/>
              <a:gd name="connsiteX38" fmla="*/ 523407 w 1952625"/>
              <a:gd name="connsiteY38" fmla="*/ 448328 h 1009650"/>
              <a:gd name="connsiteX39" fmla="*/ 498927 w 1952625"/>
              <a:gd name="connsiteY39" fmla="*/ 395655 h 1009650"/>
              <a:gd name="connsiteX40" fmla="*/ 472734 w 1952625"/>
              <a:gd name="connsiteY40" fmla="*/ 371842 h 1009650"/>
              <a:gd name="connsiteX41" fmla="*/ 344337 w 1952625"/>
              <a:gd name="connsiteY41" fmla="*/ 328694 h 1009650"/>
              <a:gd name="connsiteX42" fmla="*/ 256421 w 1952625"/>
              <a:gd name="connsiteY42" fmla="*/ 309644 h 1009650"/>
              <a:gd name="connsiteX43" fmla="*/ 7247 w 1952625"/>
              <a:gd name="connsiteY43" fmla="*/ 154958 h 1009650"/>
              <a:gd name="connsiteX44" fmla="*/ 37251 w 1952625"/>
              <a:gd name="connsiteY44" fmla="*/ 133050 h 1009650"/>
              <a:gd name="connsiteX45" fmla="*/ 170601 w 1952625"/>
              <a:gd name="connsiteY45" fmla="*/ 190200 h 1009650"/>
              <a:gd name="connsiteX46" fmla="*/ 328906 w 1952625"/>
              <a:gd name="connsiteY46" fmla="*/ 180675 h 1009650"/>
              <a:gd name="connsiteX47" fmla="*/ 416155 w 1952625"/>
              <a:gd name="connsiteY47" fmla="*/ 265734 h 1009650"/>
              <a:gd name="connsiteX48" fmla="*/ 564078 w 1952625"/>
              <a:gd name="connsiteY48" fmla="*/ 237159 h 1009650"/>
              <a:gd name="connsiteX49" fmla="*/ 851543 w 1952625"/>
              <a:gd name="connsiteY49" fmla="*/ 172960 h 1009650"/>
              <a:gd name="connsiteX50" fmla="*/ 1183108 w 1952625"/>
              <a:gd name="connsiteY50" fmla="*/ 148100 h 1009650"/>
              <a:gd name="connsiteX51" fmla="*/ 1195300 w 1952625"/>
              <a:gd name="connsiteY51" fmla="*/ 120382 h 1009650"/>
              <a:gd name="connsiteX52" fmla="*/ 1158819 w 1952625"/>
              <a:gd name="connsiteY52" fmla="*/ 74662 h 1009650"/>
              <a:gd name="connsiteX53" fmla="*/ 1304266 w 1952625"/>
              <a:gd name="connsiteY53" fmla="*/ 94474 h 1009650"/>
              <a:gd name="connsiteX54" fmla="*/ 1245021 w 1952625"/>
              <a:gd name="connsiteY54" fmla="*/ 14083 h 1009650"/>
              <a:gd name="connsiteX55" fmla="*/ 1366464 w 1952625"/>
              <a:gd name="connsiteY55" fmla="*/ 61041 h 1009650"/>
              <a:gd name="connsiteX56" fmla="*/ 1427139 w 1952625"/>
              <a:gd name="connsiteY56" fmla="*/ 70566 h 1009650"/>
              <a:gd name="connsiteX57" fmla="*/ 1427139 w 1952625"/>
              <a:gd name="connsiteY57" fmla="*/ 37896 h 1009650"/>
              <a:gd name="connsiteX58" fmla="*/ 1515150 w 1952625"/>
              <a:gd name="connsiteY58" fmla="*/ 69709 h 1009650"/>
              <a:gd name="connsiteX59" fmla="*/ 1576300 w 1952625"/>
              <a:gd name="connsiteY59" fmla="*/ 69709 h 1009650"/>
              <a:gd name="connsiteX60" fmla="*/ 1690029 w 1952625"/>
              <a:gd name="connsiteY60" fmla="*/ 106571 h 1009650"/>
              <a:gd name="connsiteX61" fmla="*/ 1707555 w 1952625"/>
              <a:gd name="connsiteY61" fmla="*/ 82758 h 1009650"/>
              <a:gd name="connsiteX62" fmla="*/ 1731939 w 1952625"/>
              <a:gd name="connsiteY62" fmla="*/ 10845 h 1009650"/>
              <a:gd name="connsiteX63" fmla="*/ 1766419 w 1952625"/>
              <a:gd name="connsiteY63" fmla="*/ 86568 h 1009650"/>
              <a:gd name="connsiteX64" fmla="*/ 1832713 w 1952625"/>
              <a:gd name="connsiteY64" fmla="*/ 190105 h 1009650"/>
              <a:gd name="connsiteX65" fmla="*/ 1869861 w 1952625"/>
              <a:gd name="connsiteY65" fmla="*/ 267639 h 1009650"/>
              <a:gd name="connsiteX66" fmla="*/ 1941489 w 1952625"/>
              <a:gd name="connsiteY66" fmla="*/ 434517 h 1009650"/>
              <a:gd name="connsiteX67" fmla="*/ 1055664 w 1952625"/>
              <a:gd name="connsiteY67" fmla="*/ 657497 h 1009650"/>
              <a:gd name="connsiteX68" fmla="*/ 1089954 w 1952625"/>
              <a:gd name="connsiteY68" fmla="*/ 674928 h 1009650"/>
              <a:gd name="connsiteX69" fmla="*/ 1126339 w 1952625"/>
              <a:gd name="connsiteY69" fmla="*/ 608253 h 1009650"/>
              <a:gd name="connsiteX70" fmla="*/ 1114147 w 1952625"/>
              <a:gd name="connsiteY70" fmla="*/ 574248 h 1009650"/>
              <a:gd name="connsiteX71" fmla="*/ 1090144 w 1952625"/>
              <a:gd name="connsiteY71" fmla="*/ 570819 h 1009650"/>
              <a:gd name="connsiteX72" fmla="*/ 879451 w 1952625"/>
              <a:gd name="connsiteY72" fmla="*/ 521099 h 1009650"/>
              <a:gd name="connsiteX73" fmla="*/ 864497 w 1952625"/>
              <a:gd name="connsiteY73" fmla="*/ 545292 h 1009650"/>
              <a:gd name="connsiteX74" fmla="*/ 901930 w 1952625"/>
              <a:gd name="connsiteY74" fmla="*/ 667689 h 1009650"/>
              <a:gd name="connsiteX75" fmla="*/ 969367 w 1952625"/>
              <a:gd name="connsiteY75" fmla="*/ 712551 h 1009650"/>
              <a:gd name="connsiteX76" fmla="*/ 1033661 w 1952625"/>
              <a:gd name="connsiteY76" fmla="*/ 751890 h 1009650"/>
              <a:gd name="connsiteX77" fmla="*/ 1053854 w 1952625"/>
              <a:gd name="connsiteY77" fmla="*/ 728458 h 1009650"/>
              <a:gd name="connsiteX78" fmla="*/ 1025279 w 1952625"/>
              <a:gd name="connsiteY78" fmla="*/ 710932 h 1009650"/>
              <a:gd name="connsiteX79" fmla="*/ 984607 w 1952625"/>
              <a:gd name="connsiteY79" fmla="*/ 684643 h 1009650"/>
              <a:gd name="connsiteX80" fmla="*/ 977178 w 1952625"/>
              <a:gd name="connsiteY80" fmla="*/ 643400 h 1009650"/>
              <a:gd name="connsiteX81" fmla="*/ 1038995 w 1952625"/>
              <a:gd name="connsiteY81" fmla="*/ 643400 h 1009650"/>
              <a:gd name="connsiteX82" fmla="*/ 1055854 w 1952625"/>
              <a:gd name="connsiteY82" fmla="*/ 657878 h 1009650"/>
              <a:gd name="connsiteX83" fmla="*/ 1236829 w 1952625"/>
              <a:gd name="connsiteY83" fmla="*/ 640447 h 1009650"/>
              <a:gd name="connsiteX84" fmla="*/ 1198729 w 1952625"/>
              <a:gd name="connsiteY84" fmla="*/ 698931 h 1009650"/>
              <a:gd name="connsiteX85" fmla="*/ 1209588 w 1952625"/>
              <a:gd name="connsiteY85" fmla="*/ 721886 h 1009650"/>
              <a:gd name="connsiteX86" fmla="*/ 1276263 w 1952625"/>
              <a:gd name="connsiteY86" fmla="*/ 726267 h 1009650"/>
              <a:gd name="connsiteX87" fmla="*/ 1290741 w 1952625"/>
              <a:gd name="connsiteY87" fmla="*/ 700169 h 1009650"/>
              <a:gd name="connsiteX88" fmla="*/ 1253403 w 1952625"/>
              <a:gd name="connsiteY88" fmla="*/ 641590 h 1009650"/>
              <a:gd name="connsiteX89" fmla="*/ 1236353 w 1952625"/>
              <a:gd name="connsiteY89" fmla="*/ 640447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952625" h="1009650">
                <a:moveTo>
                  <a:pt x="1941489" y="434612"/>
                </a:moveTo>
                <a:cubicBezTo>
                  <a:pt x="1948251" y="444137"/>
                  <a:pt x="1945680" y="446232"/>
                  <a:pt x="1946251" y="456996"/>
                </a:cubicBezTo>
                <a:cubicBezTo>
                  <a:pt x="1947013" y="471378"/>
                  <a:pt x="1930916" y="473855"/>
                  <a:pt x="1920534" y="495667"/>
                </a:cubicBezTo>
                <a:cubicBezTo>
                  <a:pt x="1917218" y="506620"/>
                  <a:pt x="1908515" y="515106"/>
                  <a:pt x="1897483" y="518146"/>
                </a:cubicBezTo>
                <a:cubicBezTo>
                  <a:pt x="1875539" y="520598"/>
                  <a:pt x="1853578" y="513681"/>
                  <a:pt x="1836999" y="499096"/>
                </a:cubicBezTo>
                <a:cubicBezTo>
                  <a:pt x="1823188" y="484237"/>
                  <a:pt x="1833856" y="465282"/>
                  <a:pt x="1827475" y="453376"/>
                </a:cubicBezTo>
                <a:cubicBezTo>
                  <a:pt x="1812234" y="426039"/>
                  <a:pt x="1785564" y="415276"/>
                  <a:pt x="1774134" y="405751"/>
                </a:cubicBezTo>
                <a:cubicBezTo>
                  <a:pt x="1762357" y="396384"/>
                  <a:pt x="1748396" y="390157"/>
                  <a:pt x="1733558" y="387654"/>
                </a:cubicBezTo>
                <a:cubicBezTo>
                  <a:pt x="1688600" y="376414"/>
                  <a:pt x="1682599" y="352602"/>
                  <a:pt x="1666883" y="329932"/>
                </a:cubicBezTo>
                <a:cubicBezTo>
                  <a:pt x="1651167" y="307263"/>
                  <a:pt x="1640975" y="310882"/>
                  <a:pt x="1635355" y="312597"/>
                </a:cubicBezTo>
                <a:cubicBezTo>
                  <a:pt x="1565346" y="329837"/>
                  <a:pt x="1482384" y="361555"/>
                  <a:pt x="1444188" y="385082"/>
                </a:cubicBezTo>
                <a:cubicBezTo>
                  <a:pt x="1379514" y="424801"/>
                  <a:pt x="1352653" y="470140"/>
                  <a:pt x="1339985" y="541482"/>
                </a:cubicBezTo>
                <a:cubicBezTo>
                  <a:pt x="1371417" y="592632"/>
                  <a:pt x="1357987" y="608157"/>
                  <a:pt x="1356939" y="628922"/>
                </a:cubicBezTo>
                <a:cubicBezTo>
                  <a:pt x="1354177" y="683214"/>
                  <a:pt x="1375418" y="710265"/>
                  <a:pt x="1380276" y="724172"/>
                </a:cubicBezTo>
                <a:cubicBezTo>
                  <a:pt x="1385133" y="738078"/>
                  <a:pt x="1384752" y="744174"/>
                  <a:pt x="1377894" y="751794"/>
                </a:cubicBezTo>
                <a:cubicBezTo>
                  <a:pt x="1369553" y="763053"/>
                  <a:pt x="1360586" y="773833"/>
                  <a:pt x="1351034" y="784084"/>
                </a:cubicBezTo>
                <a:cubicBezTo>
                  <a:pt x="1340080" y="794181"/>
                  <a:pt x="1329603" y="789513"/>
                  <a:pt x="1319030" y="786846"/>
                </a:cubicBezTo>
                <a:cubicBezTo>
                  <a:pt x="1268331" y="773657"/>
                  <a:pt x="1216322" y="766149"/>
                  <a:pt x="1163963" y="764463"/>
                </a:cubicBezTo>
                <a:cubicBezTo>
                  <a:pt x="1127292" y="762843"/>
                  <a:pt x="1093764" y="799038"/>
                  <a:pt x="1084525" y="809135"/>
                </a:cubicBezTo>
                <a:cubicBezTo>
                  <a:pt x="1075285" y="819231"/>
                  <a:pt x="1089096" y="825613"/>
                  <a:pt x="1096621" y="830566"/>
                </a:cubicBezTo>
                <a:cubicBezTo>
                  <a:pt x="1117767" y="844568"/>
                  <a:pt x="1126530" y="861618"/>
                  <a:pt x="1144246" y="869619"/>
                </a:cubicBezTo>
                <a:cubicBezTo>
                  <a:pt x="1161963" y="877620"/>
                  <a:pt x="1178727" y="883049"/>
                  <a:pt x="1187966" y="901813"/>
                </a:cubicBezTo>
                <a:cubicBezTo>
                  <a:pt x="1192687" y="912784"/>
                  <a:pt x="1188974" y="925562"/>
                  <a:pt x="1179108" y="932293"/>
                </a:cubicBezTo>
                <a:cubicBezTo>
                  <a:pt x="1192530" y="941061"/>
                  <a:pt x="1205267" y="950837"/>
                  <a:pt x="1217208" y="961535"/>
                </a:cubicBezTo>
                <a:cubicBezTo>
                  <a:pt x="1226733" y="970012"/>
                  <a:pt x="1228447" y="987633"/>
                  <a:pt x="1215588" y="991634"/>
                </a:cubicBezTo>
                <a:cubicBezTo>
                  <a:pt x="1200025" y="996735"/>
                  <a:pt x="1184107" y="1000683"/>
                  <a:pt x="1167963" y="1003445"/>
                </a:cubicBezTo>
                <a:cubicBezTo>
                  <a:pt x="1152057" y="1005350"/>
                  <a:pt x="1150342" y="994777"/>
                  <a:pt x="1147104" y="990110"/>
                </a:cubicBezTo>
                <a:cubicBezTo>
                  <a:pt x="1133007" y="969726"/>
                  <a:pt x="1102812" y="938103"/>
                  <a:pt x="1076428" y="931722"/>
                </a:cubicBezTo>
                <a:cubicBezTo>
                  <a:pt x="1029375" y="920292"/>
                  <a:pt x="1026993" y="895431"/>
                  <a:pt x="996513" y="868095"/>
                </a:cubicBezTo>
                <a:cubicBezTo>
                  <a:pt x="978797" y="852283"/>
                  <a:pt x="976320" y="865523"/>
                  <a:pt x="954603" y="882954"/>
                </a:cubicBezTo>
                <a:cubicBezTo>
                  <a:pt x="912789" y="916577"/>
                  <a:pt x="911169" y="889621"/>
                  <a:pt x="873927" y="912576"/>
                </a:cubicBezTo>
                <a:cubicBezTo>
                  <a:pt x="812490" y="950676"/>
                  <a:pt x="810300" y="926864"/>
                  <a:pt x="813538" y="917053"/>
                </a:cubicBezTo>
                <a:cubicBezTo>
                  <a:pt x="821039" y="898236"/>
                  <a:pt x="829529" y="879827"/>
                  <a:pt x="838970" y="861904"/>
                </a:cubicBezTo>
                <a:cubicBezTo>
                  <a:pt x="855448" y="827899"/>
                  <a:pt x="881070" y="856950"/>
                  <a:pt x="902597" y="837710"/>
                </a:cubicBezTo>
                <a:cubicBezTo>
                  <a:pt x="913600" y="827172"/>
                  <a:pt x="923204" y="815263"/>
                  <a:pt x="931172" y="802277"/>
                </a:cubicBezTo>
                <a:cubicBezTo>
                  <a:pt x="900978" y="770654"/>
                  <a:pt x="893072" y="786656"/>
                  <a:pt x="834398" y="783989"/>
                </a:cubicBezTo>
                <a:cubicBezTo>
                  <a:pt x="779439" y="781512"/>
                  <a:pt x="776676" y="762462"/>
                  <a:pt x="764103" y="724077"/>
                </a:cubicBezTo>
                <a:cubicBezTo>
                  <a:pt x="731718" y="625112"/>
                  <a:pt x="677045" y="601776"/>
                  <a:pt x="599607" y="550626"/>
                </a:cubicBezTo>
                <a:cubicBezTo>
                  <a:pt x="534837" y="507764"/>
                  <a:pt x="562650" y="486142"/>
                  <a:pt x="523407" y="448328"/>
                </a:cubicBezTo>
                <a:cubicBezTo>
                  <a:pt x="503309" y="429278"/>
                  <a:pt x="503023" y="416610"/>
                  <a:pt x="498927" y="395655"/>
                </a:cubicBezTo>
                <a:cubicBezTo>
                  <a:pt x="494832" y="374700"/>
                  <a:pt x="491498" y="374700"/>
                  <a:pt x="472734" y="371842"/>
                </a:cubicBezTo>
                <a:cubicBezTo>
                  <a:pt x="453969" y="368985"/>
                  <a:pt x="381389" y="360984"/>
                  <a:pt x="344337" y="328694"/>
                </a:cubicBezTo>
                <a:cubicBezTo>
                  <a:pt x="304236" y="293832"/>
                  <a:pt x="303474" y="307739"/>
                  <a:pt x="256421" y="309644"/>
                </a:cubicBezTo>
                <a:cubicBezTo>
                  <a:pt x="103449" y="317264"/>
                  <a:pt x="9914" y="210489"/>
                  <a:pt x="7247" y="154958"/>
                </a:cubicBezTo>
                <a:cubicBezTo>
                  <a:pt x="5723" y="124668"/>
                  <a:pt x="21344" y="118001"/>
                  <a:pt x="37251" y="133050"/>
                </a:cubicBezTo>
                <a:cubicBezTo>
                  <a:pt x="74674" y="165507"/>
                  <a:pt x="121288" y="185485"/>
                  <a:pt x="170601" y="190200"/>
                </a:cubicBezTo>
                <a:cubicBezTo>
                  <a:pt x="265851" y="200487"/>
                  <a:pt x="299664" y="175056"/>
                  <a:pt x="328906" y="180675"/>
                </a:cubicBezTo>
                <a:cubicBezTo>
                  <a:pt x="386532" y="191058"/>
                  <a:pt x="383865" y="216585"/>
                  <a:pt x="416155" y="265734"/>
                </a:cubicBezTo>
                <a:cubicBezTo>
                  <a:pt x="435205" y="294309"/>
                  <a:pt x="548457" y="245255"/>
                  <a:pt x="564078" y="237159"/>
                </a:cubicBezTo>
                <a:cubicBezTo>
                  <a:pt x="636183" y="200392"/>
                  <a:pt x="716478" y="151434"/>
                  <a:pt x="851543" y="172960"/>
                </a:cubicBezTo>
                <a:cubicBezTo>
                  <a:pt x="1007562" y="197249"/>
                  <a:pt x="1123767" y="169341"/>
                  <a:pt x="1183108" y="148100"/>
                </a:cubicBezTo>
                <a:cubicBezTo>
                  <a:pt x="1228733" y="131717"/>
                  <a:pt x="1205968" y="128193"/>
                  <a:pt x="1195300" y="120382"/>
                </a:cubicBezTo>
                <a:cubicBezTo>
                  <a:pt x="1184632" y="112572"/>
                  <a:pt x="1151961" y="88854"/>
                  <a:pt x="1158819" y="74662"/>
                </a:cubicBezTo>
                <a:cubicBezTo>
                  <a:pt x="1168916" y="53517"/>
                  <a:pt x="1285978" y="116953"/>
                  <a:pt x="1304266" y="94474"/>
                </a:cubicBezTo>
                <a:cubicBezTo>
                  <a:pt x="1312839" y="83806"/>
                  <a:pt x="1223970" y="39801"/>
                  <a:pt x="1245021" y="14083"/>
                </a:cubicBezTo>
                <a:cubicBezTo>
                  <a:pt x="1266071" y="-11634"/>
                  <a:pt x="1294265" y="40944"/>
                  <a:pt x="1366464" y="61041"/>
                </a:cubicBezTo>
                <a:cubicBezTo>
                  <a:pt x="1407517" y="72471"/>
                  <a:pt x="1421805" y="77520"/>
                  <a:pt x="1427139" y="70566"/>
                </a:cubicBezTo>
                <a:cubicBezTo>
                  <a:pt x="1437902" y="57231"/>
                  <a:pt x="1416566" y="47516"/>
                  <a:pt x="1427139" y="37896"/>
                </a:cubicBezTo>
                <a:cubicBezTo>
                  <a:pt x="1441426" y="25132"/>
                  <a:pt x="1480860" y="54374"/>
                  <a:pt x="1515150" y="69709"/>
                </a:cubicBezTo>
                <a:cubicBezTo>
                  <a:pt x="1551440" y="85806"/>
                  <a:pt x="1512864" y="26370"/>
                  <a:pt x="1576300" y="69709"/>
                </a:cubicBezTo>
                <a:cubicBezTo>
                  <a:pt x="1623258" y="101999"/>
                  <a:pt x="1655167" y="106190"/>
                  <a:pt x="1690029" y="106571"/>
                </a:cubicBezTo>
                <a:cubicBezTo>
                  <a:pt x="1712698" y="106571"/>
                  <a:pt x="1704411" y="99237"/>
                  <a:pt x="1707555" y="82758"/>
                </a:cubicBezTo>
                <a:cubicBezTo>
                  <a:pt x="1710698" y="66280"/>
                  <a:pt x="1720128" y="18655"/>
                  <a:pt x="1731939" y="10845"/>
                </a:cubicBezTo>
                <a:cubicBezTo>
                  <a:pt x="1755465" y="-4491"/>
                  <a:pt x="1759180" y="48183"/>
                  <a:pt x="1766419" y="86568"/>
                </a:cubicBezTo>
                <a:cubicBezTo>
                  <a:pt x="1773658" y="124954"/>
                  <a:pt x="1790327" y="152005"/>
                  <a:pt x="1832713" y="190105"/>
                </a:cubicBezTo>
                <a:cubicBezTo>
                  <a:pt x="1865289" y="219156"/>
                  <a:pt x="1861288" y="238873"/>
                  <a:pt x="1869861" y="267639"/>
                </a:cubicBezTo>
                <a:cubicBezTo>
                  <a:pt x="1884529" y="316692"/>
                  <a:pt x="1898436" y="373747"/>
                  <a:pt x="1941489" y="434517"/>
                </a:cubicBezTo>
                <a:moveTo>
                  <a:pt x="1055664" y="657497"/>
                </a:moveTo>
                <a:cubicBezTo>
                  <a:pt x="1058521" y="673213"/>
                  <a:pt x="1074714" y="674832"/>
                  <a:pt x="1089954" y="674928"/>
                </a:cubicBezTo>
                <a:cubicBezTo>
                  <a:pt x="1105611" y="654818"/>
                  <a:pt x="1117899" y="632300"/>
                  <a:pt x="1126339" y="608253"/>
                </a:cubicBezTo>
                <a:cubicBezTo>
                  <a:pt x="1123291" y="601490"/>
                  <a:pt x="1117671" y="583583"/>
                  <a:pt x="1114147" y="574248"/>
                </a:cubicBezTo>
                <a:cubicBezTo>
                  <a:pt x="1110623" y="564914"/>
                  <a:pt x="1100526" y="569010"/>
                  <a:pt x="1090144" y="570819"/>
                </a:cubicBezTo>
                <a:cubicBezTo>
                  <a:pt x="1017754" y="583392"/>
                  <a:pt x="941649" y="531481"/>
                  <a:pt x="879451" y="521099"/>
                </a:cubicBezTo>
                <a:cubicBezTo>
                  <a:pt x="856782" y="517384"/>
                  <a:pt x="861639" y="530624"/>
                  <a:pt x="864497" y="545292"/>
                </a:cubicBezTo>
                <a:cubicBezTo>
                  <a:pt x="874290" y="586864"/>
                  <a:pt x="886794" y="627751"/>
                  <a:pt x="901930" y="667689"/>
                </a:cubicBezTo>
                <a:cubicBezTo>
                  <a:pt x="914217" y="697026"/>
                  <a:pt x="940030" y="707313"/>
                  <a:pt x="969367" y="712551"/>
                </a:cubicBezTo>
                <a:cubicBezTo>
                  <a:pt x="1006038" y="718933"/>
                  <a:pt x="1014801" y="742555"/>
                  <a:pt x="1033661" y="751890"/>
                </a:cubicBezTo>
                <a:cubicBezTo>
                  <a:pt x="1042212" y="745853"/>
                  <a:pt x="1049146" y="737806"/>
                  <a:pt x="1053854" y="728458"/>
                </a:cubicBezTo>
                <a:cubicBezTo>
                  <a:pt x="1050139" y="716266"/>
                  <a:pt x="1038900" y="715695"/>
                  <a:pt x="1025279" y="710932"/>
                </a:cubicBezTo>
                <a:cubicBezTo>
                  <a:pt x="1001181" y="702550"/>
                  <a:pt x="995466" y="691882"/>
                  <a:pt x="984607" y="684643"/>
                </a:cubicBezTo>
                <a:cubicBezTo>
                  <a:pt x="951365" y="660735"/>
                  <a:pt x="959080" y="641971"/>
                  <a:pt x="977178" y="643400"/>
                </a:cubicBezTo>
                <a:cubicBezTo>
                  <a:pt x="997753" y="644994"/>
                  <a:pt x="1018420" y="644994"/>
                  <a:pt x="1038995" y="643400"/>
                </a:cubicBezTo>
                <a:cubicBezTo>
                  <a:pt x="1047567" y="642162"/>
                  <a:pt x="1052997" y="642257"/>
                  <a:pt x="1055854" y="657878"/>
                </a:cubicBezTo>
                <a:moveTo>
                  <a:pt x="1236829" y="640447"/>
                </a:moveTo>
                <a:cubicBezTo>
                  <a:pt x="1226256" y="656259"/>
                  <a:pt x="1203206" y="691025"/>
                  <a:pt x="1198729" y="698931"/>
                </a:cubicBezTo>
                <a:cubicBezTo>
                  <a:pt x="1194252" y="706836"/>
                  <a:pt x="1186442" y="719314"/>
                  <a:pt x="1209588" y="721886"/>
                </a:cubicBezTo>
                <a:cubicBezTo>
                  <a:pt x="1232733" y="724458"/>
                  <a:pt x="1263975" y="728649"/>
                  <a:pt x="1276263" y="726267"/>
                </a:cubicBezTo>
                <a:cubicBezTo>
                  <a:pt x="1288550" y="723886"/>
                  <a:pt x="1300361" y="717695"/>
                  <a:pt x="1290741" y="700169"/>
                </a:cubicBezTo>
                <a:cubicBezTo>
                  <a:pt x="1283692" y="687215"/>
                  <a:pt x="1257213" y="646638"/>
                  <a:pt x="1253403" y="641590"/>
                </a:cubicBezTo>
                <a:cubicBezTo>
                  <a:pt x="1249593" y="636542"/>
                  <a:pt x="1243878" y="629208"/>
                  <a:pt x="1236353" y="64044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567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4A5FDF0-C9B9-9A48-B272-A7C65914E9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3956283"/>
            <a:ext cx="12192000" cy="2901719"/>
          </a:xfrm>
          <a:prstGeom prst="rect">
            <a:avLst/>
          </a:prstGeom>
        </p:spPr>
        <p:txBody>
          <a:bodyPr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2400" b="0" kern="12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54724" indent="0" algn="ctr">
              <a:buNone/>
              <a:defRPr sz="1114"/>
            </a:lvl2pPr>
            <a:lvl3pPr marL="509447" indent="0" algn="ctr">
              <a:buNone/>
              <a:defRPr sz="1003"/>
            </a:lvl3pPr>
            <a:lvl4pPr marL="764171" indent="0" algn="ctr">
              <a:buNone/>
              <a:defRPr sz="892"/>
            </a:lvl4pPr>
            <a:lvl5pPr marL="1018894" indent="0" algn="ctr">
              <a:buNone/>
              <a:defRPr sz="892"/>
            </a:lvl5pPr>
            <a:lvl6pPr marL="1273618" indent="0" algn="ctr">
              <a:buNone/>
              <a:defRPr sz="892"/>
            </a:lvl6pPr>
            <a:lvl7pPr marL="1528341" indent="0" algn="ctr">
              <a:buNone/>
              <a:defRPr sz="892"/>
            </a:lvl7pPr>
            <a:lvl8pPr marL="1783065" indent="0" algn="ctr">
              <a:buNone/>
              <a:defRPr sz="892"/>
            </a:lvl8pPr>
            <a:lvl9pPr marL="2037789" indent="0" algn="ctr">
              <a:buNone/>
              <a:defRPr sz="892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74B67F-696A-ED41-B4C6-A75BA1923C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" y="1363856"/>
            <a:ext cx="12192000" cy="1605339"/>
          </a:xfrm>
        </p:spPr>
        <p:txBody>
          <a:bodyPr bIns="0" anchor="b">
            <a:normAutofit/>
          </a:bodyPr>
          <a:lstStyle>
            <a:lvl1pPr algn="ctr">
              <a:spcBef>
                <a:spcPts val="0"/>
              </a:spcBef>
              <a:defRPr lang="en-US" sz="4000" b="1" kern="1200" cap="none" spc="0" baseline="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41D17-1896-4E15-9D12-6B44E82039ED}"/>
              </a:ext>
            </a:extLst>
          </p:cNvPr>
          <p:cNvSpPr/>
          <p:nvPr/>
        </p:nvSpPr>
        <p:spPr>
          <a:xfrm>
            <a:off x="6649949" y="5573196"/>
            <a:ext cx="9527" cy="9525"/>
          </a:xfrm>
          <a:custGeom>
            <a:avLst/>
            <a:gdLst>
              <a:gd name="connsiteX0" fmla="*/ 7144 w 9525"/>
              <a:gd name="connsiteY0" fmla="*/ 7144 h 9525"/>
              <a:gd name="connsiteX1" fmla="*/ 7144 w 9525"/>
              <a:gd name="connsiteY1" fmla="*/ 7144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9525">
                <a:moveTo>
                  <a:pt x="7144" y="7144"/>
                </a:moveTo>
                <a:lnTo>
                  <a:pt x="7144" y="7144"/>
                </a:lnTo>
              </a:path>
            </a:pathLst>
          </a:custGeom>
          <a:solidFill>
            <a:srgbClr val="0033A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567"/>
          </a:p>
        </p:txBody>
      </p:sp>
    </p:spTree>
    <p:extLst>
      <p:ext uri="{BB962C8B-B14F-4D97-AF65-F5344CB8AC3E}">
        <p14:creationId xmlns:p14="http://schemas.microsoft.com/office/powerpoint/2010/main" val="263032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Section Break">
    <p:bg>
      <p:bgPr>
        <a:solidFill>
          <a:srgbClr val="354C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54A5FDF0-C9B9-9A48-B272-A7C65914E9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3956282"/>
            <a:ext cx="12192000" cy="2901718"/>
          </a:xfrm>
          <a:prstGeom prst="rect">
            <a:avLst/>
          </a:prstGeom>
        </p:spPr>
        <p:txBody>
          <a:bodyPr bIns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2400" b="0" kern="12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54724" indent="0" algn="ctr">
              <a:buNone/>
              <a:defRPr sz="1114"/>
            </a:lvl2pPr>
            <a:lvl3pPr marL="509447" indent="0" algn="ctr">
              <a:buNone/>
              <a:defRPr sz="1003"/>
            </a:lvl3pPr>
            <a:lvl4pPr marL="764171" indent="0" algn="ctr">
              <a:buNone/>
              <a:defRPr sz="892"/>
            </a:lvl4pPr>
            <a:lvl5pPr marL="1018894" indent="0" algn="ctr">
              <a:buNone/>
              <a:defRPr sz="892"/>
            </a:lvl5pPr>
            <a:lvl6pPr marL="1273618" indent="0" algn="ctr">
              <a:buNone/>
              <a:defRPr sz="892"/>
            </a:lvl6pPr>
            <a:lvl7pPr marL="1528341" indent="0" algn="ctr">
              <a:buNone/>
              <a:defRPr sz="892"/>
            </a:lvl7pPr>
            <a:lvl8pPr marL="1783065" indent="0" algn="ctr">
              <a:buNone/>
              <a:defRPr sz="892"/>
            </a:lvl8pPr>
            <a:lvl9pPr marL="2037789" indent="0" algn="ctr">
              <a:buNone/>
              <a:defRPr sz="892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74B67F-696A-ED41-B4C6-A75BA1923C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" y="508002"/>
            <a:ext cx="12192000" cy="2461193"/>
          </a:xfrm>
        </p:spPr>
        <p:txBody>
          <a:bodyPr bIns="0" anchor="b">
            <a:normAutofit/>
          </a:bodyPr>
          <a:lstStyle>
            <a:lvl1pPr algn="ctr">
              <a:spcBef>
                <a:spcPts val="0"/>
              </a:spcBef>
              <a:defRPr lang="en-US" sz="4000" b="1" kern="1200" cap="none" spc="0" baseline="0" dirty="0">
                <a:solidFill>
                  <a:schemeClr val="bg1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59A54C0-8505-40B8-BCCE-21E0E349AF19}"/>
              </a:ext>
            </a:extLst>
          </p:cNvPr>
          <p:cNvSpPr/>
          <p:nvPr userDrawn="1"/>
        </p:nvSpPr>
        <p:spPr>
          <a:xfrm>
            <a:off x="5616452" y="3235473"/>
            <a:ext cx="957512" cy="494975"/>
          </a:xfrm>
          <a:custGeom>
            <a:avLst/>
            <a:gdLst>
              <a:gd name="connsiteX0" fmla="*/ 1941489 w 1952625"/>
              <a:gd name="connsiteY0" fmla="*/ 434612 h 1009650"/>
              <a:gd name="connsiteX1" fmla="*/ 1946251 w 1952625"/>
              <a:gd name="connsiteY1" fmla="*/ 456996 h 1009650"/>
              <a:gd name="connsiteX2" fmla="*/ 1920534 w 1952625"/>
              <a:gd name="connsiteY2" fmla="*/ 495667 h 1009650"/>
              <a:gd name="connsiteX3" fmla="*/ 1897483 w 1952625"/>
              <a:gd name="connsiteY3" fmla="*/ 518146 h 1009650"/>
              <a:gd name="connsiteX4" fmla="*/ 1836999 w 1952625"/>
              <a:gd name="connsiteY4" fmla="*/ 499096 h 1009650"/>
              <a:gd name="connsiteX5" fmla="*/ 1827475 w 1952625"/>
              <a:gd name="connsiteY5" fmla="*/ 453376 h 1009650"/>
              <a:gd name="connsiteX6" fmla="*/ 1774134 w 1952625"/>
              <a:gd name="connsiteY6" fmla="*/ 405751 h 1009650"/>
              <a:gd name="connsiteX7" fmla="*/ 1733558 w 1952625"/>
              <a:gd name="connsiteY7" fmla="*/ 387654 h 1009650"/>
              <a:gd name="connsiteX8" fmla="*/ 1666883 w 1952625"/>
              <a:gd name="connsiteY8" fmla="*/ 329932 h 1009650"/>
              <a:gd name="connsiteX9" fmla="*/ 1635355 w 1952625"/>
              <a:gd name="connsiteY9" fmla="*/ 312597 h 1009650"/>
              <a:gd name="connsiteX10" fmla="*/ 1444188 w 1952625"/>
              <a:gd name="connsiteY10" fmla="*/ 385082 h 1009650"/>
              <a:gd name="connsiteX11" fmla="*/ 1339985 w 1952625"/>
              <a:gd name="connsiteY11" fmla="*/ 541482 h 1009650"/>
              <a:gd name="connsiteX12" fmla="*/ 1356939 w 1952625"/>
              <a:gd name="connsiteY12" fmla="*/ 628922 h 1009650"/>
              <a:gd name="connsiteX13" fmla="*/ 1380276 w 1952625"/>
              <a:gd name="connsiteY13" fmla="*/ 724172 h 1009650"/>
              <a:gd name="connsiteX14" fmla="*/ 1377894 w 1952625"/>
              <a:gd name="connsiteY14" fmla="*/ 751794 h 1009650"/>
              <a:gd name="connsiteX15" fmla="*/ 1351034 w 1952625"/>
              <a:gd name="connsiteY15" fmla="*/ 784084 h 1009650"/>
              <a:gd name="connsiteX16" fmla="*/ 1319030 w 1952625"/>
              <a:gd name="connsiteY16" fmla="*/ 786846 h 1009650"/>
              <a:gd name="connsiteX17" fmla="*/ 1163963 w 1952625"/>
              <a:gd name="connsiteY17" fmla="*/ 764463 h 1009650"/>
              <a:gd name="connsiteX18" fmla="*/ 1084525 w 1952625"/>
              <a:gd name="connsiteY18" fmla="*/ 809135 h 1009650"/>
              <a:gd name="connsiteX19" fmla="*/ 1096621 w 1952625"/>
              <a:gd name="connsiteY19" fmla="*/ 830566 h 1009650"/>
              <a:gd name="connsiteX20" fmla="*/ 1144246 w 1952625"/>
              <a:gd name="connsiteY20" fmla="*/ 869619 h 1009650"/>
              <a:gd name="connsiteX21" fmla="*/ 1187966 w 1952625"/>
              <a:gd name="connsiteY21" fmla="*/ 901813 h 1009650"/>
              <a:gd name="connsiteX22" fmla="*/ 1179108 w 1952625"/>
              <a:gd name="connsiteY22" fmla="*/ 932293 h 1009650"/>
              <a:gd name="connsiteX23" fmla="*/ 1217208 w 1952625"/>
              <a:gd name="connsiteY23" fmla="*/ 961535 h 1009650"/>
              <a:gd name="connsiteX24" fmla="*/ 1215588 w 1952625"/>
              <a:gd name="connsiteY24" fmla="*/ 991634 h 1009650"/>
              <a:gd name="connsiteX25" fmla="*/ 1167963 w 1952625"/>
              <a:gd name="connsiteY25" fmla="*/ 1003445 h 1009650"/>
              <a:gd name="connsiteX26" fmla="*/ 1147104 w 1952625"/>
              <a:gd name="connsiteY26" fmla="*/ 990110 h 1009650"/>
              <a:gd name="connsiteX27" fmla="*/ 1076428 w 1952625"/>
              <a:gd name="connsiteY27" fmla="*/ 931722 h 1009650"/>
              <a:gd name="connsiteX28" fmla="*/ 996513 w 1952625"/>
              <a:gd name="connsiteY28" fmla="*/ 868095 h 1009650"/>
              <a:gd name="connsiteX29" fmla="*/ 954603 w 1952625"/>
              <a:gd name="connsiteY29" fmla="*/ 882954 h 1009650"/>
              <a:gd name="connsiteX30" fmla="*/ 873927 w 1952625"/>
              <a:gd name="connsiteY30" fmla="*/ 912576 h 1009650"/>
              <a:gd name="connsiteX31" fmla="*/ 813538 w 1952625"/>
              <a:gd name="connsiteY31" fmla="*/ 917053 h 1009650"/>
              <a:gd name="connsiteX32" fmla="*/ 838970 w 1952625"/>
              <a:gd name="connsiteY32" fmla="*/ 861904 h 1009650"/>
              <a:gd name="connsiteX33" fmla="*/ 902597 w 1952625"/>
              <a:gd name="connsiteY33" fmla="*/ 837710 h 1009650"/>
              <a:gd name="connsiteX34" fmla="*/ 931172 w 1952625"/>
              <a:gd name="connsiteY34" fmla="*/ 802277 h 1009650"/>
              <a:gd name="connsiteX35" fmla="*/ 834398 w 1952625"/>
              <a:gd name="connsiteY35" fmla="*/ 783989 h 1009650"/>
              <a:gd name="connsiteX36" fmla="*/ 764103 w 1952625"/>
              <a:gd name="connsiteY36" fmla="*/ 724077 h 1009650"/>
              <a:gd name="connsiteX37" fmla="*/ 599607 w 1952625"/>
              <a:gd name="connsiteY37" fmla="*/ 550626 h 1009650"/>
              <a:gd name="connsiteX38" fmla="*/ 523407 w 1952625"/>
              <a:gd name="connsiteY38" fmla="*/ 448328 h 1009650"/>
              <a:gd name="connsiteX39" fmla="*/ 498927 w 1952625"/>
              <a:gd name="connsiteY39" fmla="*/ 395655 h 1009650"/>
              <a:gd name="connsiteX40" fmla="*/ 472734 w 1952625"/>
              <a:gd name="connsiteY40" fmla="*/ 371842 h 1009650"/>
              <a:gd name="connsiteX41" fmla="*/ 344337 w 1952625"/>
              <a:gd name="connsiteY41" fmla="*/ 328694 h 1009650"/>
              <a:gd name="connsiteX42" fmla="*/ 256421 w 1952625"/>
              <a:gd name="connsiteY42" fmla="*/ 309644 h 1009650"/>
              <a:gd name="connsiteX43" fmla="*/ 7247 w 1952625"/>
              <a:gd name="connsiteY43" fmla="*/ 154958 h 1009650"/>
              <a:gd name="connsiteX44" fmla="*/ 37251 w 1952625"/>
              <a:gd name="connsiteY44" fmla="*/ 133050 h 1009650"/>
              <a:gd name="connsiteX45" fmla="*/ 170601 w 1952625"/>
              <a:gd name="connsiteY45" fmla="*/ 190200 h 1009650"/>
              <a:gd name="connsiteX46" fmla="*/ 328906 w 1952625"/>
              <a:gd name="connsiteY46" fmla="*/ 180675 h 1009650"/>
              <a:gd name="connsiteX47" fmla="*/ 416155 w 1952625"/>
              <a:gd name="connsiteY47" fmla="*/ 265734 h 1009650"/>
              <a:gd name="connsiteX48" fmla="*/ 564078 w 1952625"/>
              <a:gd name="connsiteY48" fmla="*/ 237159 h 1009650"/>
              <a:gd name="connsiteX49" fmla="*/ 851543 w 1952625"/>
              <a:gd name="connsiteY49" fmla="*/ 172960 h 1009650"/>
              <a:gd name="connsiteX50" fmla="*/ 1183108 w 1952625"/>
              <a:gd name="connsiteY50" fmla="*/ 148100 h 1009650"/>
              <a:gd name="connsiteX51" fmla="*/ 1195300 w 1952625"/>
              <a:gd name="connsiteY51" fmla="*/ 120382 h 1009650"/>
              <a:gd name="connsiteX52" fmla="*/ 1158819 w 1952625"/>
              <a:gd name="connsiteY52" fmla="*/ 74662 h 1009650"/>
              <a:gd name="connsiteX53" fmla="*/ 1304266 w 1952625"/>
              <a:gd name="connsiteY53" fmla="*/ 94474 h 1009650"/>
              <a:gd name="connsiteX54" fmla="*/ 1245021 w 1952625"/>
              <a:gd name="connsiteY54" fmla="*/ 14083 h 1009650"/>
              <a:gd name="connsiteX55" fmla="*/ 1366464 w 1952625"/>
              <a:gd name="connsiteY55" fmla="*/ 61041 h 1009650"/>
              <a:gd name="connsiteX56" fmla="*/ 1427139 w 1952625"/>
              <a:gd name="connsiteY56" fmla="*/ 70566 h 1009650"/>
              <a:gd name="connsiteX57" fmla="*/ 1427139 w 1952625"/>
              <a:gd name="connsiteY57" fmla="*/ 37896 h 1009650"/>
              <a:gd name="connsiteX58" fmla="*/ 1515150 w 1952625"/>
              <a:gd name="connsiteY58" fmla="*/ 69709 h 1009650"/>
              <a:gd name="connsiteX59" fmla="*/ 1576300 w 1952625"/>
              <a:gd name="connsiteY59" fmla="*/ 69709 h 1009650"/>
              <a:gd name="connsiteX60" fmla="*/ 1690029 w 1952625"/>
              <a:gd name="connsiteY60" fmla="*/ 106571 h 1009650"/>
              <a:gd name="connsiteX61" fmla="*/ 1707555 w 1952625"/>
              <a:gd name="connsiteY61" fmla="*/ 82758 h 1009650"/>
              <a:gd name="connsiteX62" fmla="*/ 1731939 w 1952625"/>
              <a:gd name="connsiteY62" fmla="*/ 10845 h 1009650"/>
              <a:gd name="connsiteX63" fmla="*/ 1766419 w 1952625"/>
              <a:gd name="connsiteY63" fmla="*/ 86568 h 1009650"/>
              <a:gd name="connsiteX64" fmla="*/ 1832713 w 1952625"/>
              <a:gd name="connsiteY64" fmla="*/ 190105 h 1009650"/>
              <a:gd name="connsiteX65" fmla="*/ 1869861 w 1952625"/>
              <a:gd name="connsiteY65" fmla="*/ 267639 h 1009650"/>
              <a:gd name="connsiteX66" fmla="*/ 1941489 w 1952625"/>
              <a:gd name="connsiteY66" fmla="*/ 434517 h 1009650"/>
              <a:gd name="connsiteX67" fmla="*/ 1055664 w 1952625"/>
              <a:gd name="connsiteY67" fmla="*/ 657497 h 1009650"/>
              <a:gd name="connsiteX68" fmla="*/ 1089954 w 1952625"/>
              <a:gd name="connsiteY68" fmla="*/ 674928 h 1009650"/>
              <a:gd name="connsiteX69" fmla="*/ 1126339 w 1952625"/>
              <a:gd name="connsiteY69" fmla="*/ 608253 h 1009650"/>
              <a:gd name="connsiteX70" fmla="*/ 1114147 w 1952625"/>
              <a:gd name="connsiteY70" fmla="*/ 574248 h 1009650"/>
              <a:gd name="connsiteX71" fmla="*/ 1090144 w 1952625"/>
              <a:gd name="connsiteY71" fmla="*/ 570819 h 1009650"/>
              <a:gd name="connsiteX72" fmla="*/ 879451 w 1952625"/>
              <a:gd name="connsiteY72" fmla="*/ 521099 h 1009650"/>
              <a:gd name="connsiteX73" fmla="*/ 864497 w 1952625"/>
              <a:gd name="connsiteY73" fmla="*/ 545292 h 1009650"/>
              <a:gd name="connsiteX74" fmla="*/ 901930 w 1952625"/>
              <a:gd name="connsiteY74" fmla="*/ 667689 h 1009650"/>
              <a:gd name="connsiteX75" fmla="*/ 969367 w 1952625"/>
              <a:gd name="connsiteY75" fmla="*/ 712551 h 1009650"/>
              <a:gd name="connsiteX76" fmla="*/ 1033661 w 1952625"/>
              <a:gd name="connsiteY76" fmla="*/ 751890 h 1009650"/>
              <a:gd name="connsiteX77" fmla="*/ 1053854 w 1952625"/>
              <a:gd name="connsiteY77" fmla="*/ 728458 h 1009650"/>
              <a:gd name="connsiteX78" fmla="*/ 1025279 w 1952625"/>
              <a:gd name="connsiteY78" fmla="*/ 710932 h 1009650"/>
              <a:gd name="connsiteX79" fmla="*/ 984607 w 1952625"/>
              <a:gd name="connsiteY79" fmla="*/ 684643 h 1009650"/>
              <a:gd name="connsiteX80" fmla="*/ 977178 w 1952625"/>
              <a:gd name="connsiteY80" fmla="*/ 643400 h 1009650"/>
              <a:gd name="connsiteX81" fmla="*/ 1038995 w 1952625"/>
              <a:gd name="connsiteY81" fmla="*/ 643400 h 1009650"/>
              <a:gd name="connsiteX82" fmla="*/ 1055854 w 1952625"/>
              <a:gd name="connsiteY82" fmla="*/ 657878 h 1009650"/>
              <a:gd name="connsiteX83" fmla="*/ 1236829 w 1952625"/>
              <a:gd name="connsiteY83" fmla="*/ 640447 h 1009650"/>
              <a:gd name="connsiteX84" fmla="*/ 1198729 w 1952625"/>
              <a:gd name="connsiteY84" fmla="*/ 698931 h 1009650"/>
              <a:gd name="connsiteX85" fmla="*/ 1209588 w 1952625"/>
              <a:gd name="connsiteY85" fmla="*/ 721886 h 1009650"/>
              <a:gd name="connsiteX86" fmla="*/ 1276263 w 1952625"/>
              <a:gd name="connsiteY86" fmla="*/ 726267 h 1009650"/>
              <a:gd name="connsiteX87" fmla="*/ 1290741 w 1952625"/>
              <a:gd name="connsiteY87" fmla="*/ 700169 h 1009650"/>
              <a:gd name="connsiteX88" fmla="*/ 1253403 w 1952625"/>
              <a:gd name="connsiteY88" fmla="*/ 641590 h 1009650"/>
              <a:gd name="connsiteX89" fmla="*/ 1236353 w 1952625"/>
              <a:gd name="connsiteY89" fmla="*/ 640447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952625" h="1009650">
                <a:moveTo>
                  <a:pt x="1941489" y="434612"/>
                </a:moveTo>
                <a:cubicBezTo>
                  <a:pt x="1948251" y="444137"/>
                  <a:pt x="1945680" y="446232"/>
                  <a:pt x="1946251" y="456996"/>
                </a:cubicBezTo>
                <a:cubicBezTo>
                  <a:pt x="1947013" y="471378"/>
                  <a:pt x="1930916" y="473855"/>
                  <a:pt x="1920534" y="495667"/>
                </a:cubicBezTo>
                <a:cubicBezTo>
                  <a:pt x="1917218" y="506620"/>
                  <a:pt x="1908515" y="515106"/>
                  <a:pt x="1897483" y="518146"/>
                </a:cubicBezTo>
                <a:cubicBezTo>
                  <a:pt x="1875539" y="520598"/>
                  <a:pt x="1853578" y="513681"/>
                  <a:pt x="1836999" y="499096"/>
                </a:cubicBezTo>
                <a:cubicBezTo>
                  <a:pt x="1823188" y="484237"/>
                  <a:pt x="1833856" y="465282"/>
                  <a:pt x="1827475" y="453376"/>
                </a:cubicBezTo>
                <a:cubicBezTo>
                  <a:pt x="1812234" y="426039"/>
                  <a:pt x="1785564" y="415276"/>
                  <a:pt x="1774134" y="405751"/>
                </a:cubicBezTo>
                <a:cubicBezTo>
                  <a:pt x="1762357" y="396384"/>
                  <a:pt x="1748396" y="390157"/>
                  <a:pt x="1733558" y="387654"/>
                </a:cubicBezTo>
                <a:cubicBezTo>
                  <a:pt x="1688600" y="376414"/>
                  <a:pt x="1682599" y="352602"/>
                  <a:pt x="1666883" y="329932"/>
                </a:cubicBezTo>
                <a:cubicBezTo>
                  <a:pt x="1651167" y="307263"/>
                  <a:pt x="1640975" y="310882"/>
                  <a:pt x="1635355" y="312597"/>
                </a:cubicBezTo>
                <a:cubicBezTo>
                  <a:pt x="1565346" y="329837"/>
                  <a:pt x="1482384" y="361555"/>
                  <a:pt x="1444188" y="385082"/>
                </a:cubicBezTo>
                <a:cubicBezTo>
                  <a:pt x="1379514" y="424801"/>
                  <a:pt x="1352653" y="470140"/>
                  <a:pt x="1339985" y="541482"/>
                </a:cubicBezTo>
                <a:cubicBezTo>
                  <a:pt x="1371417" y="592632"/>
                  <a:pt x="1357987" y="608157"/>
                  <a:pt x="1356939" y="628922"/>
                </a:cubicBezTo>
                <a:cubicBezTo>
                  <a:pt x="1354177" y="683214"/>
                  <a:pt x="1375418" y="710265"/>
                  <a:pt x="1380276" y="724172"/>
                </a:cubicBezTo>
                <a:cubicBezTo>
                  <a:pt x="1385133" y="738078"/>
                  <a:pt x="1384752" y="744174"/>
                  <a:pt x="1377894" y="751794"/>
                </a:cubicBezTo>
                <a:cubicBezTo>
                  <a:pt x="1369553" y="763053"/>
                  <a:pt x="1360586" y="773833"/>
                  <a:pt x="1351034" y="784084"/>
                </a:cubicBezTo>
                <a:cubicBezTo>
                  <a:pt x="1340080" y="794181"/>
                  <a:pt x="1329603" y="789513"/>
                  <a:pt x="1319030" y="786846"/>
                </a:cubicBezTo>
                <a:cubicBezTo>
                  <a:pt x="1268331" y="773657"/>
                  <a:pt x="1216322" y="766149"/>
                  <a:pt x="1163963" y="764463"/>
                </a:cubicBezTo>
                <a:cubicBezTo>
                  <a:pt x="1127292" y="762843"/>
                  <a:pt x="1093764" y="799038"/>
                  <a:pt x="1084525" y="809135"/>
                </a:cubicBezTo>
                <a:cubicBezTo>
                  <a:pt x="1075285" y="819231"/>
                  <a:pt x="1089096" y="825613"/>
                  <a:pt x="1096621" y="830566"/>
                </a:cubicBezTo>
                <a:cubicBezTo>
                  <a:pt x="1117767" y="844568"/>
                  <a:pt x="1126530" y="861618"/>
                  <a:pt x="1144246" y="869619"/>
                </a:cubicBezTo>
                <a:cubicBezTo>
                  <a:pt x="1161963" y="877620"/>
                  <a:pt x="1178727" y="883049"/>
                  <a:pt x="1187966" y="901813"/>
                </a:cubicBezTo>
                <a:cubicBezTo>
                  <a:pt x="1192687" y="912784"/>
                  <a:pt x="1188974" y="925562"/>
                  <a:pt x="1179108" y="932293"/>
                </a:cubicBezTo>
                <a:cubicBezTo>
                  <a:pt x="1192530" y="941061"/>
                  <a:pt x="1205267" y="950837"/>
                  <a:pt x="1217208" y="961535"/>
                </a:cubicBezTo>
                <a:cubicBezTo>
                  <a:pt x="1226733" y="970012"/>
                  <a:pt x="1228447" y="987633"/>
                  <a:pt x="1215588" y="991634"/>
                </a:cubicBezTo>
                <a:cubicBezTo>
                  <a:pt x="1200025" y="996735"/>
                  <a:pt x="1184107" y="1000683"/>
                  <a:pt x="1167963" y="1003445"/>
                </a:cubicBezTo>
                <a:cubicBezTo>
                  <a:pt x="1152057" y="1005350"/>
                  <a:pt x="1150342" y="994777"/>
                  <a:pt x="1147104" y="990110"/>
                </a:cubicBezTo>
                <a:cubicBezTo>
                  <a:pt x="1133007" y="969726"/>
                  <a:pt x="1102812" y="938103"/>
                  <a:pt x="1076428" y="931722"/>
                </a:cubicBezTo>
                <a:cubicBezTo>
                  <a:pt x="1029375" y="920292"/>
                  <a:pt x="1026993" y="895431"/>
                  <a:pt x="996513" y="868095"/>
                </a:cubicBezTo>
                <a:cubicBezTo>
                  <a:pt x="978797" y="852283"/>
                  <a:pt x="976320" y="865523"/>
                  <a:pt x="954603" y="882954"/>
                </a:cubicBezTo>
                <a:cubicBezTo>
                  <a:pt x="912789" y="916577"/>
                  <a:pt x="911169" y="889621"/>
                  <a:pt x="873927" y="912576"/>
                </a:cubicBezTo>
                <a:cubicBezTo>
                  <a:pt x="812490" y="950676"/>
                  <a:pt x="810300" y="926864"/>
                  <a:pt x="813538" y="917053"/>
                </a:cubicBezTo>
                <a:cubicBezTo>
                  <a:pt x="821039" y="898236"/>
                  <a:pt x="829529" y="879827"/>
                  <a:pt x="838970" y="861904"/>
                </a:cubicBezTo>
                <a:cubicBezTo>
                  <a:pt x="855448" y="827899"/>
                  <a:pt x="881070" y="856950"/>
                  <a:pt x="902597" y="837710"/>
                </a:cubicBezTo>
                <a:cubicBezTo>
                  <a:pt x="913600" y="827172"/>
                  <a:pt x="923204" y="815263"/>
                  <a:pt x="931172" y="802277"/>
                </a:cubicBezTo>
                <a:cubicBezTo>
                  <a:pt x="900978" y="770654"/>
                  <a:pt x="893072" y="786656"/>
                  <a:pt x="834398" y="783989"/>
                </a:cubicBezTo>
                <a:cubicBezTo>
                  <a:pt x="779439" y="781512"/>
                  <a:pt x="776676" y="762462"/>
                  <a:pt x="764103" y="724077"/>
                </a:cubicBezTo>
                <a:cubicBezTo>
                  <a:pt x="731718" y="625112"/>
                  <a:pt x="677045" y="601776"/>
                  <a:pt x="599607" y="550626"/>
                </a:cubicBezTo>
                <a:cubicBezTo>
                  <a:pt x="534837" y="507764"/>
                  <a:pt x="562650" y="486142"/>
                  <a:pt x="523407" y="448328"/>
                </a:cubicBezTo>
                <a:cubicBezTo>
                  <a:pt x="503309" y="429278"/>
                  <a:pt x="503023" y="416610"/>
                  <a:pt x="498927" y="395655"/>
                </a:cubicBezTo>
                <a:cubicBezTo>
                  <a:pt x="494832" y="374700"/>
                  <a:pt x="491498" y="374700"/>
                  <a:pt x="472734" y="371842"/>
                </a:cubicBezTo>
                <a:cubicBezTo>
                  <a:pt x="453969" y="368985"/>
                  <a:pt x="381389" y="360984"/>
                  <a:pt x="344337" y="328694"/>
                </a:cubicBezTo>
                <a:cubicBezTo>
                  <a:pt x="304236" y="293832"/>
                  <a:pt x="303474" y="307739"/>
                  <a:pt x="256421" y="309644"/>
                </a:cubicBezTo>
                <a:cubicBezTo>
                  <a:pt x="103449" y="317264"/>
                  <a:pt x="9914" y="210489"/>
                  <a:pt x="7247" y="154958"/>
                </a:cubicBezTo>
                <a:cubicBezTo>
                  <a:pt x="5723" y="124668"/>
                  <a:pt x="21344" y="118001"/>
                  <a:pt x="37251" y="133050"/>
                </a:cubicBezTo>
                <a:cubicBezTo>
                  <a:pt x="74674" y="165507"/>
                  <a:pt x="121288" y="185485"/>
                  <a:pt x="170601" y="190200"/>
                </a:cubicBezTo>
                <a:cubicBezTo>
                  <a:pt x="265851" y="200487"/>
                  <a:pt x="299664" y="175056"/>
                  <a:pt x="328906" y="180675"/>
                </a:cubicBezTo>
                <a:cubicBezTo>
                  <a:pt x="386532" y="191058"/>
                  <a:pt x="383865" y="216585"/>
                  <a:pt x="416155" y="265734"/>
                </a:cubicBezTo>
                <a:cubicBezTo>
                  <a:pt x="435205" y="294309"/>
                  <a:pt x="548457" y="245255"/>
                  <a:pt x="564078" y="237159"/>
                </a:cubicBezTo>
                <a:cubicBezTo>
                  <a:pt x="636183" y="200392"/>
                  <a:pt x="716478" y="151434"/>
                  <a:pt x="851543" y="172960"/>
                </a:cubicBezTo>
                <a:cubicBezTo>
                  <a:pt x="1007562" y="197249"/>
                  <a:pt x="1123767" y="169341"/>
                  <a:pt x="1183108" y="148100"/>
                </a:cubicBezTo>
                <a:cubicBezTo>
                  <a:pt x="1228733" y="131717"/>
                  <a:pt x="1205968" y="128193"/>
                  <a:pt x="1195300" y="120382"/>
                </a:cubicBezTo>
                <a:cubicBezTo>
                  <a:pt x="1184632" y="112572"/>
                  <a:pt x="1151961" y="88854"/>
                  <a:pt x="1158819" y="74662"/>
                </a:cubicBezTo>
                <a:cubicBezTo>
                  <a:pt x="1168916" y="53517"/>
                  <a:pt x="1285978" y="116953"/>
                  <a:pt x="1304266" y="94474"/>
                </a:cubicBezTo>
                <a:cubicBezTo>
                  <a:pt x="1312839" y="83806"/>
                  <a:pt x="1223970" y="39801"/>
                  <a:pt x="1245021" y="14083"/>
                </a:cubicBezTo>
                <a:cubicBezTo>
                  <a:pt x="1266071" y="-11634"/>
                  <a:pt x="1294265" y="40944"/>
                  <a:pt x="1366464" y="61041"/>
                </a:cubicBezTo>
                <a:cubicBezTo>
                  <a:pt x="1407517" y="72471"/>
                  <a:pt x="1421805" y="77520"/>
                  <a:pt x="1427139" y="70566"/>
                </a:cubicBezTo>
                <a:cubicBezTo>
                  <a:pt x="1437902" y="57231"/>
                  <a:pt x="1416566" y="47516"/>
                  <a:pt x="1427139" y="37896"/>
                </a:cubicBezTo>
                <a:cubicBezTo>
                  <a:pt x="1441426" y="25132"/>
                  <a:pt x="1480860" y="54374"/>
                  <a:pt x="1515150" y="69709"/>
                </a:cubicBezTo>
                <a:cubicBezTo>
                  <a:pt x="1551440" y="85806"/>
                  <a:pt x="1512864" y="26370"/>
                  <a:pt x="1576300" y="69709"/>
                </a:cubicBezTo>
                <a:cubicBezTo>
                  <a:pt x="1623258" y="101999"/>
                  <a:pt x="1655167" y="106190"/>
                  <a:pt x="1690029" y="106571"/>
                </a:cubicBezTo>
                <a:cubicBezTo>
                  <a:pt x="1712698" y="106571"/>
                  <a:pt x="1704411" y="99237"/>
                  <a:pt x="1707555" y="82758"/>
                </a:cubicBezTo>
                <a:cubicBezTo>
                  <a:pt x="1710698" y="66280"/>
                  <a:pt x="1720128" y="18655"/>
                  <a:pt x="1731939" y="10845"/>
                </a:cubicBezTo>
                <a:cubicBezTo>
                  <a:pt x="1755465" y="-4491"/>
                  <a:pt x="1759180" y="48183"/>
                  <a:pt x="1766419" y="86568"/>
                </a:cubicBezTo>
                <a:cubicBezTo>
                  <a:pt x="1773658" y="124954"/>
                  <a:pt x="1790327" y="152005"/>
                  <a:pt x="1832713" y="190105"/>
                </a:cubicBezTo>
                <a:cubicBezTo>
                  <a:pt x="1865289" y="219156"/>
                  <a:pt x="1861288" y="238873"/>
                  <a:pt x="1869861" y="267639"/>
                </a:cubicBezTo>
                <a:cubicBezTo>
                  <a:pt x="1884529" y="316692"/>
                  <a:pt x="1898436" y="373747"/>
                  <a:pt x="1941489" y="434517"/>
                </a:cubicBezTo>
                <a:moveTo>
                  <a:pt x="1055664" y="657497"/>
                </a:moveTo>
                <a:cubicBezTo>
                  <a:pt x="1058521" y="673213"/>
                  <a:pt x="1074714" y="674832"/>
                  <a:pt x="1089954" y="674928"/>
                </a:cubicBezTo>
                <a:cubicBezTo>
                  <a:pt x="1105611" y="654818"/>
                  <a:pt x="1117899" y="632300"/>
                  <a:pt x="1126339" y="608253"/>
                </a:cubicBezTo>
                <a:cubicBezTo>
                  <a:pt x="1123291" y="601490"/>
                  <a:pt x="1117671" y="583583"/>
                  <a:pt x="1114147" y="574248"/>
                </a:cubicBezTo>
                <a:cubicBezTo>
                  <a:pt x="1110623" y="564914"/>
                  <a:pt x="1100526" y="569010"/>
                  <a:pt x="1090144" y="570819"/>
                </a:cubicBezTo>
                <a:cubicBezTo>
                  <a:pt x="1017754" y="583392"/>
                  <a:pt x="941649" y="531481"/>
                  <a:pt x="879451" y="521099"/>
                </a:cubicBezTo>
                <a:cubicBezTo>
                  <a:pt x="856782" y="517384"/>
                  <a:pt x="861639" y="530624"/>
                  <a:pt x="864497" y="545292"/>
                </a:cubicBezTo>
                <a:cubicBezTo>
                  <a:pt x="874290" y="586864"/>
                  <a:pt x="886794" y="627751"/>
                  <a:pt x="901930" y="667689"/>
                </a:cubicBezTo>
                <a:cubicBezTo>
                  <a:pt x="914217" y="697026"/>
                  <a:pt x="940030" y="707313"/>
                  <a:pt x="969367" y="712551"/>
                </a:cubicBezTo>
                <a:cubicBezTo>
                  <a:pt x="1006038" y="718933"/>
                  <a:pt x="1014801" y="742555"/>
                  <a:pt x="1033661" y="751890"/>
                </a:cubicBezTo>
                <a:cubicBezTo>
                  <a:pt x="1042212" y="745853"/>
                  <a:pt x="1049146" y="737806"/>
                  <a:pt x="1053854" y="728458"/>
                </a:cubicBezTo>
                <a:cubicBezTo>
                  <a:pt x="1050139" y="716266"/>
                  <a:pt x="1038900" y="715695"/>
                  <a:pt x="1025279" y="710932"/>
                </a:cubicBezTo>
                <a:cubicBezTo>
                  <a:pt x="1001181" y="702550"/>
                  <a:pt x="995466" y="691882"/>
                  <a:pt x="984607" y="684643"/>
                </a:cubicBezTo>
                <a:cubicBezTo>
                  <a:pt x="951365" y="660735"/>
                  <a:pt x="959080" y="641971"/>
                  <a:pt x="977178" y="643400"/>
                </a:cubicBezTo>
                <a:cubicBezTo>
                  <a:pt x="997753" y="644994"/>
                  <a:pt x="1018420" y="644994"/>
                  <a:pt x="1038995" y="643400"/>
                </a:cubicBezTo>
                <a:cubicBezTo>
                  <a:pt x="1047567" y="642162"/>
                  <a:pt x="1052997" y="642257"/>
                  <a:pt x="1055854" y="657878"/>
                </a:cubicBezTo>
                <a:moveTo>
                  <a:pt x="1236829" y="640447"/>
                </a:moveTo>
                <a:cubicBezTo>
                  <a:pt x="1226256" y="656259"/>
                  <a:pt x="1203206" y="691025"/>
                  <a:pt x="1198729" y="698931"/>
                </a:cubicBezTo>
                <a:cubicBezTo>
                  <a:pt x="1194252" y="706836"/>
                  <a:pt x="1186442" y="719314"/>
                  <a:pt x="1209588" y="721886"/>
                </a:cubicBezTo>
                <a:cubicBezTo>
                  <a:pt x="1232733" y="724458"/>
                  <a:pt x="1263975" y="728649"/>
                  <a:pt x="1276263" y="726267"/>
                </a:cubicBezTo>
                <a:cubicBezTo>
                  <a:pt x="1288550" y="723886"/>
                  <a:pt x="1300361" y="717695"/>
                  <a:pt x="1290741" y="700169"/>
                </a:cubicBezTo>
                <a:cubicBezTo>
                  <a:pt x="1283692" y="687215"/>
                  <a:pt x="1257213" y="646638"/>
                  <a:pt x="1253403" y="641590"/>
                </a:cubicBezTo>
                <a:cubicBezTo>
                  <a:pt x="1249593" y="636542"/>
                  <a:pt x="1243878" y="629208"/>
                  <a:pt x="1236353" y="64044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567"/>
          </a:p>
        </p:txBody>
      </p:sp>
    </p:spTree>
    <p:extLst>
      <p:ext uri="{BB962C8B-B14F-4D97-AF65-F5344CB8AC3E}">
        <p14:creationId xmlns:p14="http://schemas.microsoft.com/office/powerpoint/2010/main" val="306489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or 1 Speak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768853"/>
            <a:ext cx="12192000" cy="5016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speaker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A5FDF0-C9B9-9A48-B272-A7C65914E9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118207"/>
            <a:ext cx="12192000" cy="6506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2400" b="1" kern="120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254724" indent="0" algn="ctr">
              <a:buNone/>
              <a:defRPr sz="1114"/>
            </a:lvl2pPr>
            <a:lvl3pPr marL="509447" indent="0" algn="ctr">
              <a:buNone/>
              <a:defRPr sz="1003"/>
            </a:lvl3pPr>
            <a:lvl4pPr marL="764171" indent="0" algn="ctr">
              <a:buNone/>
              <a:defRPr sz="892"/>
            </a:lvl4pPr>
            <a:lvl5pPr marL="1018894" indent="0" algn="ctr">
              <a:buNone/>
              <a:defRPr sz="892"/>
            </a:lvl5pPr>
            <a:lvl6pPr marL="1273618" indent="0" algn="ctr">
              <a:buNone/>
              <a:defRPr sz="892"/>
            </a:lvl6pPr>
            <a:lvl7pPr marL="1528341" indent="0" algn="ctr">
              <a:buNone/>
              <a:defRPr sz="892"/>
            </a:lvl7pPr>
            <a:lvl8pPr marL="1783065" indent="0" algn="ctr">
              <a:buNone/>
              <a:defRPr sz="892"/>
            </a:lvl8pPr>
            <a:lvl9pPr marL="2037789" indent="0" algn="ctr">
              <a:buNone/>
              <a:defRPr sz="892"/>
            </a:lvl9pPr>
          </a:lstStyle>
          <a:p>
            <a:r>
              <a:rPr lang="en-US" dirty="0"/>
              <a:t>Click to edit speaker name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74B67F-696A-ED41-B4C6-A75BA1923C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" y="1127273"/>
            <a:ext cx="12192000" cy="1605339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lang="en-US" sz="4000" b="1" kern="1200" cap="none" spc="0" baseline="0" dirty="0">
                <a:solidFill>
                  <a:srgbClr val="CC0035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title/subtitle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D2AD682-30A4-4487-94C4-77D40FE7AC40}"/>
              </a:ext>
            </a:extLst>
          </p:cNvPr>
          <p:cNvSpPr/>
          <p:nvPr userDrawn="1"/>
        </p:nvSpPr>
        <p:spPr>
          <a:xfrm>
            <a:off x="5624074" y="3235473"/>
            <a:ext cx="957512" cy="494975"/>
          </a:xfrm>
          <a:custGeom>
            <a:avLst/>
            <a:gdLst>
              <a:gd name="connsiteX0" fmla="*/ 1941489 w 1952625"/>
              <a:gd name="connsiteY0" fmla="*/ 434612 h 1009650"/>
              <a:gd name="connsiteX1" fmla="*/ 1946251 w 1952625"/>
              <a:gd name="connsiteY1" fmla="*/ 456996 h 1009650"/>
              <a:gd name="connsiteX2" fmla="*/ 1920534 w 1952625"/>
              <a:gd name="connsiteY2" fmla="*/ 495667 h 1009650"/>
              <a:gd name="connsiteX3" fmla="*/ 1897483 w 1952625"/>
              <a:gd name="connsiteY3" fmla="*/ 518146 h 1009650"/>
              <a:gd name="connsiteX4" fmla="*/ 1836999 w 1952625"/>
              <a:gd name="connsiteY4" fmla="*/ 499096 h 1009650"/>
              <a:gd name="connsiteX5" fmla="*/ 1827475 w 1952625"/>
              <a:gd name="connsiteY5" fmla="*/ 453376 h 1009650"/>
              <a:gd name="connsiteX6" fmla="*/ 1774134 w 1952625"/>
              <a:gd name="connsiteY6" fmla="*/ 405751 h 1009650"/>
              <a:gd name="connsiteX7" fmla="*/ 1733558 w 1952625"/>
              <a:gd name="connsiteY7" fmla="*/ 387654 h 1009650"/>
              <a:gd name="connsiteX8" fmla="*/ 1666883 w 1952625"/>
              <a:gd name="connsiteY8" fmla="*/ 329932 h 1009650"/>
              <a:gd name="connsiteX9" fmla="*/ 1635355 w 1952625"/>
              <a:gd name="connsiteY9" fmla="*/ 312597 h 1009650"/>
              <a:gd name="connsiteX10" fmla="*/ 1444188 w 1952625"/>
              <a:gd name="connsiteY10" fmla="*/ 385082 h 1009650"/>
              <a:gd name="connsiteX11" fmla="*/ 1339985 w 1952625"/>
              <a:gd name="connsiteY11" fmla="*/ 541482 h 1009650"/>
              <a:gd name="connsiteX12" fmla="*/ 1356939 w 1952625"/>
              <a:gd name="connsiteY12" fmla="*/ 628922 h 1009650"/>
              <a:gd name="connsiteX13" fmla="*/ 1380276 w 1952625"/>
              <a:gd name="connsiteY13" fmla="*/ 724172 h 1009650"/>
              <a:gd name="connsiteX14" fmla="*/ 1377894 w 1952625"/>
              <a:gd name="connsiteY14" fmla="*/ 751794 h 1009650"/>
              <a:gd name="connsiteX15" fmla="*/ 1351034 w 1952625"/>
              <a:gd name="connsiteY15" fmla="*/ 784084 h 1009650"/>
              <a:gd name="connsiteX16" fmla="*/ 1319030 w 1952625"/>
              <a:gd name="connsiteY16" fmla="*/ 786846 h 1009650"/>
              <a:gd name="connsiteX17" fmla="*/ 1163963 w 1952625"/>
              <a:gd name="connsiteY17" fmla="*/ 764463 h 1009650"/>
              <a:gd name="connsiteX18" fmla="*/ 1084525 w 1952625"/>
              <a:gd name="connsiteY18" fmla="*/ 809135 h 1009650"/>
              <a:gd name="connsiteX19" fmla="*/ 1096621 w 1952625"/>
              <a:gd name="connsiteY19" fmla="*/ 830566 h 1009650"/>
              <a:gd name="connsiteX20" fmla="*/ 1144246 w 1952625"/>
              <a:gd name="connsiteY20" fmla="*/ 869619 h 1009650"/>
              <a:gd name="connsiteX21" fmla="*/ 1187966 w 1952625"/>
              <a:gd name="connsiteY21" fmla="*/ 901813 h 1009650"/>
              <a:gd name="connsiteX22" fmla="*/ 1179108 w 1952625"/>
              <a:gd name="connsiteY22" fmla="*/ 932293 h 1009650"/>
              <a:gd name="connsiteX23" fmla="*/ 1217208 w 1952625"/>
              <a:gd name="connsiteY23" fmla="*/ 961535 h 1009650"/>
              <a:gd name="connsiteX24" fmla="*/ 1215588 w 1952625"/>
              <a:gd name="connsiteY24" fmla="*/ 991634 h 1009650"/>
              <a:gd name="connsiteX25" fmla="*/ 1167963 w 1952625"/>
              <a:gd name="connsiteY25" fmla="*/ 1003445 h 1009650"/>
              <a:gd name="connsiteX26" fmla="*/ 1147104 w 1952625"/>
              <a:gd name="connsiteY26" fmla="*/ 990110 h 1009650"/>
              <a:gd name="connsiteX27" fmla="*/ 1076428 w 1952625"/>
              <a:gd name="connsiteY27" fmla="*/ 931722 h 1009650"/>
              <a:gd name="connsiteX28" fmla="*/ 996513 w 1952625"/>
              <a:gd name="connsiteY28" fmla="*/ 868095 h 1009650"/>
              <a:gd name="connsiteX29" fmla="*/ 954603 w 1952625"/>
              <a:gd name="connsiteY29" fmla="*/ 882954 h 1009650"/>
              <a:gd name="connsiteX30" fmla="*/ 873927 w 1952625"/>
              <a:gd name="connsiteY30" fmla="*/ 912576 h 1009650"/>
              <a:gd name="connsiteX31" fmla="*/ 813538 w 1952625"/>
              <a:gd name="connsiteY31" fmla="*/ 917053 h 1009650"/>
              <a:gd name="connsiteX32" fmla="*/ 838970 w 1952625"/>
              <a:gd name="connsiteY32" fmla="*/ 861904 h 1009650"/>
              <a:gd name="connsiteX33" fmla="*/ 902597 w 1952625"/>
              <a:gd name="connsiteY33" fmla="*/ 837710 h 1009650"/>
              <a:gd name="connsiteX34" fmla="*/ 931172 w 1952625"/>
              <a:gd name="connsiteY34" fmla="*/ 802277 h 1009650"/>
              <a:gd name="connsiteX35" fmla="*/ 834398 w 1952625"/>
              <a:gd name="connsiteY35" fmla="*/ 783989 h 1009650"/>
              <a:gd name="connsiteX36" fmla="*/ 764103 w 1952625"/>
              <a:gd name="connsiteY36" fmla="*/ 724077 h 1009650"/>
              <a:gd name="connsiteX37" fmla="*/ 599607 w 1952625"/>
              <a:gd name="connsiteY37" fmla="*/ 550626 h 1009650"/>
              <a:gd name="connsiteX38" fmla="*/ 523407 w 1952625"/>
              <a:gd name="connsiteY38" fmla="*/ 448328 h 1009650"/>
              <a:gd name="connsiteX39" fmla="*/ 498927 w 1952625"/>
              <a:gd name="connsiteY39" fmla="*/ 395655 h 1009650"/>
              <a:gd name="connsiteX40" fmla="*/ 472734 w 1952625"/>
              <a:gd name="connsiteY40" fmla="*/ 371842 h 1009650"/>
              <a:gd name="connsiteX41" fmla="*/ 344337 w 1952625"/>
              <a:gd name="connsiteY41" fmla="*/ 328694 h 1009650"/>
              <a:gd name="connsiteX42" fmla="*/ 256421 w 1952625"/>
              <a:gd name="connsiteY42" fmla="*/ 309644 h 1009650"/>
              <a:gd name="connsiteX43" fmla="*/ 7247 w 1952625"/>
              <a:gd name="connsiteY43" fmla="*/ 154958 h 1009650"/>
              <a:gd name="connsiteX44" fmla="*/ 37251 w 1952625"/>
              <a:gd name="connsiteY44" fmla="*/ 133050 h 1009650"/>
              <a:gd name="connsiteX45" fmla="*/ 170601 w 1952625"/>
              <a:gd name="connsiteY45" fmla="*/ 190200 h 1009650"/>
              <a:gd name="connsiteX46" fmla="*/ 328906 w 1952625"/>
              <a:gd name="connsiteY46" fmla="*/ 180675 h 1009650"/>
              <a:gd name="connsiteX47" fmla="*/ 416155 w 1952625"/>
              <a:gd name="connsiteY47" fmla="*/ 265734 h 1009650"/>
              <a:gd name="connsiteX48" fmla="*/ 564078 w 1952625"/>
              <a:gd name="connsiteY48" fmla="*/ 237159 h 1009650"/>
              <a:gd name="connsiteX49" fmla="*/ 851543 w 1952625"/>
              <a:gd name="connsiteY49" fmla="*/ 172960 h 1009650"/>
              <a:gd name="connsiteX50" fmla="*/ 1183108 w 1952625"/>
              <a:gd name="connsiteY50" fmla="*/ 148100 h 1009650"/>
              <a:gd name="connsiteX51" fmla="*/ 1195300 w 1952625"/>
              <a:gd name="connsiteY51" fmla="*/ 120382 h 1009650"/>
              <a:gd name="connsiteX52" fmla="*/ 1158819 w 1952625"/>
              <a:gd name="connsiteY52" fmla="*/ 74662 h 1009650"/>
              <a:gd name="connsiteX53" fmla="*/ 1304266 w 1952625"/>
              <a:gd name="connsiteY53" fmla="*/ 94474 h 1009650"/>
              <a:gd name="connsiteX54" fmla="*/ 1245021 w 1952625"/>
              <a:gd name="connsiteY54" fmla="*/ 14083 h 1009650"/>
              <a:gd name="connsiteX55" fmla="*/ 1366464 w 1952625"/>
              <a:gd name="connsiteY55" fmla="*/ 61041 h 1009650"/>
              <a:gd name="connsiteX56" fmla="*/ 1427139 w 1952625"/>
              <a:gd name="connsiteY56" fmla="*/ 70566 h 1009650"/>
              <a:gd name="connsiteX57" fmla="*/ 1427139 w 1952625"/>
              <a:gd name="connsiteY57" fmla="*/ 37896 h 1009650"/>
              <a:gd name="connsiteX58" fmla="*/ 1515150 w 1952625"/>
              <a:gd name="connsiteY58" fmla="*/ 69709 h 1009650"/>
              <a:gd name="connsiteX59" fmla="*/ 1576300 w 1952625"/>
              <a:gd name="connsiteY59" fmla="*/ 69709 h 1009650"/>
              <a:gd name="connsiteX60" fmla="*/ 1690029 w 1952625"/>
              <a:gd name="connsiteY60" fmla="*/ 106571 h 1009650"/>
              <a:gd name="connsiteX61" fmla="*/ 1707555 w 1952625"/>
              <a:gd name="connsiteY61" fmla="*/ 82758 h 1009650"/>
              <a:gd name="connsiteX62" fmla="*/ 1731939 w 1952625"/>
              <a:gd name="connsiteY62" fmla="*/ 10845 h 1009650"/>
              <a:gd name="connsiteX63" fmla="*/ 1766419 w 1952625"/>
              <a:gd name="connsiteY63" fmla="*/ 86568 h 1009650"/>
              <a:gd name="connsiteX64" fmla="*/ 1832713 w 1952625"/>
              <a:gd name="connsiteY64" fmla="*/ 190105 h 1009650"/>
              <a:gd name="connsiteX65" fmla="*/ 1869861 w 1952625"/>
              <a:gd name="connsiteY65" fmla="*/ 267639 h 1009650"/>
              <a:gd name="connsiteX66" fmla="*/ 1941489 w 1952625"/>
              <a:gd name="connsiteY66" fmla="*/ 434517 h 1009650"/>
              <a:gd name="connsiteX67" fmla="*/ 1055664 w 1952625"/>
              <a:gd name="connsiteY67" fmla="*/ 657497 h 1009650"/>
              <a:gd name="connsiteX68" fmla="*/ 1089954 w 1952625"/>
              <a:gd name="connsiteY68" fmla="*/ 674928 h 1009650"/>
              <a:gd name="connsiteX69" fmla="*/ 1126339 w 1952625"/>
              <a:gd name="connsiteY69" fmla="*/ 608253 h 1009650"/>
              <a:gd name="connsiteX70" fmla="*/ 1114147 w 1952625"/>
              <a:gd name="connsiteY70" fmla="*/ 574248 h 1009650"/>
              <a:gd name="connsiteX71" fmla="*/ 1090144 w 1952625"/>
              <a:gd name="connsiteY71" fmla="*/ 570819 h 1009650"/>
              <a:gd name="connsiteX72" fmla="*/ 879451 w 1952625"/>
              <a:gd name="connsiteY72" fmla="*/ 521099 h 1009650"/>
              <a:gd name="connsiteX73" fmla="*/ 864497 w 1952625"/>
              <a:gd name="connsiteY73" fmla="*/ 545292 h 1009650"/>
              <a:gd name="connsiteX74" fmla="*/ 901930 w 1952625"/>
              <a:gd name="connsiteY74" fmla="*/ 667689 h 1009650"/>
              <a:gd name="connsiteX75" fmla="*/ 969367 w 1952625"/>
              <a:gd name="connsiteY75" fmla="*/ 712551 h 1009650"/>
              <a:gd name="connsiteX76" fmla="*/ 1033661 w 1952625"/>
              <a:gd name="connsiteY76" fmla="*/ 751890 h 1009650"/>
              <a:gd name="connsiteX77" fmla="*/ 1053854 w 1952625"/>
              <a:gd name="connsiteY77" fmla="*/ 728458 h 1009650"/>
              <a:gd name="connsiteX78" fmla="*/ 1025279 w 1952625"/>
              <a:gd name="connsiteY78" fmla="*/ 710932 h 1009650"/>
              <a:gd name="connsiteX79" fmla="*/ 984607 w 1952625"/>
              <a:gd name="connsiteY79" fmla="*/ 684643 h 1009650"/>
              <a:gd name="connsiteX80" fmla="*/ 977178 w 1952625"/>
              <a:gd name="connsiteY80" fmla="*/ 643400 h 1009650"/>
              <a:gd name="connsiteX81" fmla="*/ 1038995 w 1952625"/>
              <a:gd name="connsiteY81" fmla="*/ 643400 h 1009650"/>
              <a:gd name="connsiteX82" fmla="*/ 1055854 w 1952625"/>
              <a:gd name="connsiteY82" fmla="*/ 657878 h 1009650"/>
              <a:gd name="connsiteX83" fmla="*/ 1236829 w 1952625"/>
              <a:gd name="connsiteY83" fmla="*/ 640447 h 1009650"/>
              <a:gd name="connsiteX84" fmla="*/ 1198729 w 1952625"/>
              <a:gd name="connsiteY84" fmla="*/ 698931 h 1009650"/>
              <a:gd name="connsiteX85" fmla="*/ 1209588 w 1952625"/>
              <a:gd name="connsiteY85" fmla="*/ 721886 h 1009650"/>
              <a:gd name="connsiteX86" fmla="*/ 1276263 w 1952625"/>
              <a:gd name="connsiteY86" fmla="*/ 726267 h 1009650"/>
              <a:gd name="connsiteX87" fmla="*/ 1290741 w 1952625"/>
              <a:gd name="connsiteY87" fmla="*/ 700169 h 1009650"/>
              <a:gd name="connsiteX88" fmla="*/ 1253403 w 1952625"/>
              <a:gd name="connsiteY88" fmla="*/ 641590 h 1009650"/>
              <a:gd name="connsiteX89" fmla="*/ 1236353 w 1952625"/>
              <a:gd name="connsiteY89" fmla="*/ 640447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952625" h="1009650">
                <a:moveTo>
                  <a:pt x="1941489" y="434612"/>
                </a:moveTo>
                <a:cubicBezTo>
                  <a:pt x="1948251" y="444137"/>
                  <a:pt x="1945680" y="446232"/>
                  <a:pt x="1946251" y="456996"/>
                </a:cubicBezTo>
                <a:cubicBezTo>
                  <a:pt x="1947013" y="471378"/>
                  <a:pt x="1930916" y="473855"/>
                  <a:pt x="1920534" y="495667"/>
                </a:cubicBezTo>
                <a:cubicBezTo>
                  <a:pt x="1917218" y="506620"/>
                  <a:pt x="1908515" y="515106"/>
                  <a:pt x="1897483" y="518146"/>
                </a:cubicBezTo>
                <a:cubicBezTo>
                  <a:pt x="1875539" y="520598"/>
                  <a:pt x="1853578" y="513681"/>
                  <a:pt x="1836999" y="499096"/>
                </a:cubicBezTo>
                <a:cubicBezTo>
                  <a:pt x="1823188" y="484237"/>
                  <a:pt x="1833856" y="465282"/>
                  <a:pt x="1827475" y="453376"/>
                </a:cubicBezTo>
                <a:cubicBezTo>
                  <a:pt x="1812234" y="426039"/>
                  <a:pt x="1785564" y="415276"/>
                  <a:pt x="1774134" y="405751"/>
                </a:cubicBezTo>
                <a:cubicBezTo>
                  <a:pt x="1762357" y="396384"/>
                  <a:pt x="1748396" y="390157"/>
                  <a:pt x="1733558" y="387654"/>
                </a:cubicBezTo>
                <a:cubicBezTo>
                  <a:pt x="1688600" y="376414"/>
                  <a:pt x="1682599" y="352602"/>
                  <a:pt x="1666883" y="329932"/>
                </a:cubicBezTo>
                <a:cubicBezTo>
                  <a:pt x="1651167" y="307263"/>
                  <a:pt x="1640975" y="310882"/>
                  <a:pt x="1635355" y="312597"/>
                </a:cubicBezTo>
                <a:cubicBezTo>
                  <a:pt x="1565346" y="329837"/>
                  <a:pt x="1482384" y="361555"/>
                  <a:pt x="1444188" y="385082"/>
                </a:cubicBezTo>
                <a:cubicBezTo>
                  <a:pt x="1379514" y="424801"/>
                  <a:pt x="1352653" y="470140"/>
                  <a:pt x="1339985" y="541482"/>
                </a:cubicBezTo>
                <a:cubicBezTo>
                  <a:pt x="1371417" y="592632"/>
                  <a:pt x="1357987" y="608157"/>
                  <a:pt x="1356939" y="628922"/>
                </a:cubicBezTo>
                <a:cubicBezTo>
                  <a:pt x="1354177" y="683214"/>
                  <a:pt x="1375418" y="710265"/>
                  <a:pt x="1380276" y="724172"/>
                </a:cubicBezTo>
                <a:cubicBezTo>
                  <a:pt x="1385133" y="738078"/>
                  <a:pt x="1384752" y="744174"/>
                  <a:pt x="1377894" y="751794"/>
                </a:cubicBezTo>
                <a:cubicBezTo>
                  <a:pt x="1369553" y="763053"/>
                  <a:pt x="1360586" y="773833"/>
                  <a:pt x="1351034" y="784084"/>
                </a:cubicBezTo>
                <a:cubicBezTo>
                  <a:pt x="1340080" y="794181"/>
                  <a:pt x="1329603" y="789513"/>
                  <a:pt x="1319030" y="786846"/>
                </a:cubicBezTo>
                <a:cubicBezTo>
                  <a:pt x="1268331" y="773657"/>
                  <a:pt x="1216322" y="766149"/>
                  <a:pt x="1163963" y="764463"/>
                </a:cubicBezTo>
                <a:cubicBezTo>
                  <a:pt x="1127292" y="762843"/>
                  <a:pt x="1093764" y="799038"/>
                  <a:pt x="1084525" y="809135"/>
                </a:cubicBezTo>
                <a:cubicBezTo>
                  <a:pt x="1075285" y="819231"/>
                  <a:pt x="1089096" y="825613"/>
                  <a:pt x="1096621" y="830566"/>
                </a:cubicBezTo>
                <a:cubicBezTo>
                  <a:pt x="1117767" y="844568"/>
                  <a:pt x="1126530" y="861618"/>
                  <a:pt x="1144246" y="869619"/>
                </a:cubicBezTo>
                <a:cubicBezTo>
                  <a:pt x="1161963" y="877620"/>
                  <a:pt x="1178727" y="883049"/>
                  <a:pt x="1187966" y="901813"/>
                </a:cubicBezTo>
                <a:cubicBezTo>
                  <a:pt x="1192687" y="912784"/>
                  <a:pt x="1188974" y="925562"/>
                  <a:pt x="1179108" y="932293"/>
                </a:cubicBezTo>
                <a:cubicBezTo>
                  <a:pt x="1192530" y="941061"/>
                  <a:pt x="1205267" y="950837"/>
                  <a:pt x="1217208" y="961535"/>
                </a:cubicBezTo>
                <a:cubicBezTo>
                  <a:pt x="1226733" y="970012"/>
                  <a:pt x="1228447" y="987633"/>
                  <a:pt x="1215588" y="991634"/>
                </a:cubicBezTo>
                <a:cubicBezTo>
                  <a:pt x="1200025" y="996735"/>
                  <a:pt x="1184107" y="1000683"/>
                  <a:pt x="1167963" y="1003445"/>
                </a:cubicBezTo>
                <a:cubicBezTo>
                  <a:pt x="1152057" y="1005350"/>
                  <a:pt x="1150342" y="994777"/>
                  <a:pt x="1147104" y="990110"/>
                </a:cubicBezTo>
                <a:cubicBezTo>
                  <a:pt x="1133007" y="969726"/>
                  <a:pt x="1102812" y="938103"/>
                  <a:pt x="1076428" y="931722"/>
                </a:cubicBezTo>
                <a:cubicBezTo>
                  <a:pt x="1029375" y="920292"/>
                  <a:pt x="1026993" y="895431"/>
                  <a:pt x="996513" y="868095"/>
                </a:cubicBezTo>
                <a:cubicBezTo>
                  <a:pt x="978797" y="852283"/>
                  <a:pt x="976320" y="865523"/>
                  <a:pt x="954603" y="882954"/>
                </a:cubicBezTo>
                <a:cubicBezTo>
                  <a:pt x="912789" y="916577"/>
                  <a:pt x="911169" y="889621"/>
                  <a:pt x="873927" y="912576"/>
                </a:cubicBezTo>
                <a:cubicBezTo>
                  <a:pt x="812490" y="950676"/>
                  <a:pt x="810300" y="926864"/>
                  <a:pt x="813538" y="917053"/>
                </a:cubicBezTo>
                <a:cubicBezTo>
                  <a:pt x="821039" y="898236"/>
                  <a:pt x="829529" y="879827"/>
                  <a:pt x="838970" y="861904"/>
                </a:cubicBezTo>
                <a:cubicBezTo>
                  <a:pt x="855448" y="827899"/>
                  <a:pt x="881070" y="856950"/>
                  <a:pt x="902597" y="837710"/>
                </a:cubicBezTo>
                <a:cubicBezTo>
                  <a:pt x="913600" y="827172"/>
                  <a:pt x="923204" y="815263"/>
                  <a:pt x="931172" y="802277"/>
                </a:cubicBezTo>
                <a:cubicBezTo>
                  <a:pt x="900978" y="770654"/>
                  <a:pt x="893072" y="786656"/>
                  <a:pt x="834398" y="783989"/>
                </a:cubicBezTo>
                <a:cubicBezTo>
                  <a:pt x="779439" y="781512"/>
                  <a:pt x="776676" y="762462"/>
                  <a:pt x="764103" y="724077"/>
                </a:cubicBezTo>
                <a:cubicBezTo>
                  <a:pt x="731718" y="625112"/>
                  <a:pt x="677045" y="601776"/>
                  <a:pt x="599607" y="550626"/>
                </a:cubicBezTo>
                <a:cubicBezTo>
                  <a:pt x="534837" y="507764"/>
                  <a:pt x="562650" y="486142"/>
                  <a:pt x="523407" y="448328"/>
                </a:cubicBezTo>
                <a:cubicBezTo>
                  <a:pt x="503309" y="429278"/>
                  <a:pt x="503023" y="416610"/>
                  <a:pt x="498927" y="395655"/>
                </a:cubicBezTo>
                <a:cubicBezTo>
                  <a:pt x="494832" y="374700"/>
                  <a:pt x="491498" y="374700"/>
                  <a:pt x="472734" y="371842"/>
                </a:cubicBezTo>
                <a:cubicBezTo>
                  <a:pt x="453969" y="368985"/>
                  <a:pt x="381389" y="360984"/>
                  <a:pt x="344337" y="328694"/>
                </a:cubicBezTo>
                <a:cubicBezTo>
                  <a:pt x="304236" y="293832"/>
                  <a:pt x="303474" y="307739"/>
                  <a:pt x="256421" y="309644"/>
                </a:cubicBezTo>
                <a:cubicBezTo>
                  <a:pt x="103449" y="317264"/>
                  <a:pt x="9914" y="210489"/>
                  <a:pt x="7247" y="154958"/>
                </a:cubicBezTo>
                <a:cubicBezTo>
                  <a:pt x="5723" y="124668"/>
                  <a:pt x="21344" y="118001"/>
                  <a:pt x="37251" y="133050"/>
                </a:cubicBezTo>
                <a:cubicBezTo>
                  <a:pt x="74674" y="165507"/>
                  <a:pt x="121288" y="185485"/>
                  <a:pt x="170601" y="190200"/>
                </a:cubicBezTo>
                <a:cubicBezTo>
                  <a:pt x="265851" y="200487"/>
                  <a:pt x="299664" y="175056"/>
                  <a:pt x="328906" y="180675"/>
                </a:cubicBezTo>
                <a:cubicBezTo>
                  <a:pt x="386532" y="191058"/>
                  <a:pt x="383865" y="216585"/>
                  <a:pt x="416155" y="265734"/>
                </a:cubicBezTo>
                <a:cubicBezTo>
                  <a:pt x="435205" y="294309"/>
                  <a:pt x="548457" y="245255"/>
                  <a:pt x="564078" y="237159"/>
                </a:cubicBezTo>
                <a:cubicBezTo>
                  <a:pt x="636183" y="200392"/>
                  <a:pt x="716478" y="151434"/>
                  <a:pt x="851543" y="172960"/>
                </a:cubicBezTo>
                <a:cubicBezTo>
                  <a:pt x="1007562" y="197249"/>
                  <a:pt x="1123767" y="169341"/>
                  <a:pt x="1183108" y="148100"/>
                </a:cubicBezTo>
                <a:cubicBezTo>
                  <a:pt x="1228733" y="131717"/>
                  <a:pt x="1205968" y="128193"/>
                  <a:pt x="1195300" y="120382"/>
                </a:cubicBezTo>
                <a:cubicBezTo>
                  <a:pt x="1184632" y="112572"/>
                  <a:pt x="1151961" y="88854"/>
                  <a:pt x="1158819" y="74662"/>
                </a:cubicBezTo>
                <a:cubicBezTo>
                  <a:pt x="1168916" y="53517"/>
                  <a:pt x="1285978" y="116953"/>
                  <a:pt x="1304266" y="94474"/>
                </a:cubicBezTo>
                <a:cubicBezTo>
                  <a:pt x="1312839" y="83806"/>
                  <a:pt x="1223970" y="39801"/>
                  <a:pt x="1245021" y="14083"/>
                </a:cubicBezTo>
                <a:cubicBezTo>
                  <a:pt x="1266071" y="-11634"/>
                  <a:pt x="1294265" y="40944"/>
                  <a:pt x="1366464" y="61041"/>
                </a:cubicBezTo>
                <a:cubicBezTo>
                  <a:pt x="1407517" y="72471"/>
                  <a:pt x="1421805" y="77520"/>
                  <a:pt x="1427139" y="70566"/>
                </a:cubicBezTo>
                <a:cubicBezTo>
                  <a:pt x="1437902" y="57231"/>
                  <a:pt x="1416566" y="47516"/>
                  <a:pt x="1427139" y="37896"/>
                </a:cubicBezTo>
                <a:cubicBezTo>
                  <a:pt x="1441426" y="25132"/>
                  <a:pt x="1480860" y="54374"/>
                  <a:pt x="1515150" y="69709"/>
                </a:cubicBezTo>
                <a:cubicBezTo>
                  <a:pt x="1551440" y="85806"/>
                  <a:pt x="1512864" y="26370"/>
                  <a:pt x="1576300" y="69709"/>
                </a:cubicBezTo>
                <a:cubicBezTo>
                  <a:pt x="1623258" y="101999"/>
                  <a:pt x="1655167" y="106190"/>
                  <a:pt x="1690029" y="106571"/>
                </a:cubicBezTo>
                <a:cubicBezTo>
                  <a:pt x="1712698" y="106571"/>
                  <a:pt x="1704411" y="99237"/>
                  <a:pt x="1707555" y="82758"/>
                </a:cubicBezTo>
                <a:cubicBezTo>
                  <a:pt x="1710698" y="66280"/>
                  <a:pt x="1720128" y="18655"/>
                  <a:pt x="1731939" y="10845"/>
                </a:cubicBezTo>
                <a:cubicBezTo>
                  <a:pt x="1755465" y="-4491"/>
                  <a:pt x="1759180" y="48183"/>
                  <a:pt x="1766419" y="86568"/>
                </a:cubicBezTo>
                <a:cubicBezTo>
                  <a:pt x="1773658" y="124954"/>
                  <a:pt x="1790327" y="152005"/>
                  <a:pt x="1832713" y="190105"/>
                </a:cubicBezTo>
                <a:cubicBezTo>
                  <a:pt x="1865289" y="219156"/>
                  <a:pt x="1861288" y="238873"/>
                  <a:pt x="1869861" y="267639"/>
                </a:cubicBezTo>
                <a:cubicBezTo>
                  <a:pt x="1884529" y="316692"/>
                  <a:pt x="1898436" y="373747"/>
                  <a:pt x="1941489" y="434517"/>
                </a:cubicBezTo>
                <a:moveTo>
                  <a:pt x="1055664" y="657497"/>
                </a:moveTo>
                <a:cubicBezTo>
                  <a:pt x="1058521" y="673213"/>
                  <a:pt x="1074714" y="674832"/>
                  <a:pt x="1089954" y="674928"/>
                </a:cubicBezTo>
                <a:cubicBezTo>
                  <a:pt x="1105611" y="654818"/>
                  <a:pt x="1117899" y="632300"/>
                  <a:pt x="1126339" y="608253"/>
                </a:cubicBezTo>
                <a:cubicBezTo>
                  <a:pt x="1123291" y="601490"/>
                  <a:pt x="1117671" y="583583"/>
                  <a:pt x="1114147" y="574248"/>
                </a:cubicBezTo>
                <a:cubicBezTo>
                  <a:pt x="1110623" y="564914"/>
                  <a:pt x="1100526" y="569010"/>
                  <a:pt x="1090144" y="570819"/>
                </a:cubicBezTo>
                <a:cubicBezTo>
                  <a:pt x="1017754" y="583392"/>
                  <a:pt x="941649" y="531481"/>
                  <a:pt x="879451" y="521099"/>
                </a:cubicBezTo>
                <a:cubicBezTo>
                  <a:pt x="856782" y="517384"/>
                  <a:pt x="861639" y="530624"/>
                  <a:pt x="864497" y="545292"/>
                </a:cubicBezTo>
                <a:cubicBezTo>
                  <a:pt x="874290" y="586864"/>
                  <a:pt x="886794" y="627751"/>
                  <a:pt x="901930" y="667689"/>
                </a:cubicBezTo>
                <a:cubicBezTo>
                  <a:pt x="914217" y="697026"/>
                  <a:pt x="940030" y="707313"/>
                  <a:pt x="969367" y="712551"/>
                </a:cubicBezTo>
                <a:cubicBezTo>
                  <a:pt x="1006038" y="718933"/>
                  <a:pt x="1014801" y="742555"/>
                  <a:pt x="1033661" y="751890"/>
                </a:cubicBezTo>
                <a:cubicBezTo>
                  <a:pt x="1042212" y="745853"/>
                  <a:pt x="1049146" y="737806"/>
                  <a:pt x="1053854" y="728458"/>
                </a:cubicBezTo>
                <a:cubicBezTo>
                  <a:pt x="1050139" y="716266"/>
                  <a:pt x="1038900" y="715695"/>
                  <a:pt x="1025279" y="710932"/>
                </a:cubicBezTo>
                <a:cubicBezTo>
                  <a:pt x="1001181" y="702550"/>
                  <a:pt x="995466" y="691882"/>
                  <a:pt x="984607" y="684643"/>
                </a:cubicBezTo>
                <a:cubicBezTo>
                  <a:pt x="951365" y="660735"/>
                  <a:pt x="959080" y="641971"/>
                  <a:pt x="977178" y="643400"/>
                </a:cubicBezTo>
                <a:cubicBezTo>
                  <a:pt x="997753" y="644994"/>
                  <a:pt x="1018420" y="644994"/>
                  <a:pt x="1038995" y="643400"/>
                </a:cubicBezTo>
                <a:cubicBezTo>
                  <a:pt x="1047567" y="642162"/>
                  <a:pt x="1052997" y="642257"/>
                  <a:pt x="1055854" y="657878"/>
                </a:cubicBezTo>
                <a:moveTo>
                  <a:pt x="1236829" y="640447"/>
                </a:moveTo>
                <a:cubicBezTo>
                  <a:pt x="1226256" y="656259"/>
                  <a:pt x="1203206" y="691025"/>
                  <a:pt x="1198729" y="698931"/>
                </a:cubicBezTo>
                <a:cubicBezTo>
                  <a:pt x="1194252" y="706836"/>
                  <a:pt x="1186442" y="719314"/>
                  <a:pt x="1209588" y="721886"/>
                </a:cubicBezTo>
                <a:cubicBezTo>
                  <a:pt x="1232733" y="724458"/>
                  <a:pt x="1263975" y="728649"/>
                  <a:pt x="1276263" y="726267"/>
                </a:cubicBezTo>
                <a:cubicBezTo>
                  <a:pt x="1288550" y="723886"/>
                  <a:pt x="1300361" y="717695"/>
                  <a:pt x="1290741" y="700169"/>
                </a:cubicBezTo>
                <a:cubicBezTo>
                  <a:pt x="1283692" y="687215"/>
                  <a:pt x="1257213" y="646638"/>
                  <a:pt x="1253403" y="641590"/>
                </a:cubicBezTo>
                <a:cubicBezTo>
                  <a:pt x="1249593" y="636542"/>
                  <a:pt x="1243878" y="629208"/>
                  <a:pt x="1236353" y="640447"/>
                </a:cubicBezTo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66168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pos="6825" userDrawn="1">
          <p15:clr>
            <a:srgbClr val="FBAE40"/>
          </p15:clr>
        </p15:guide>
        <p15:guide id="2" orient="horz" pos="3840" userDrawn="1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Break or 2 Speak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333777"/>
            <a:ext cx="12192000" cy="650875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ctr">
              <a:buNone/>
              <a:defRPr lang="en-US" sz="2400" b="1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54724" indent="0">
              <a:buNone/>
              <a:defRPr lang="en-US" sz="1449" b="1" kern="1200" dirty="0" smtClean="0">
                <a:solidFill>
                  <a:srgbClr val="354CA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509447" indent="0">
              <a:buNone/>
              <a:defRPr lang="en-US" sz="1449" b="1" kern="1200" dirty="0" smtClean="0">
                <a:solidFill>
                  <a:srgbClr val="354CA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764171" indent="0">
              <a:buNone/>
              <a:defRPr lang="en-US" sz="1449" b="1" kern="1200" dirty="0" smtClean="0">
                <a:solidFill>
                  <a:srgbClr val="354CA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1018894" indent="0">
              <a:buNone/>
              <a:defRPr lang="en-US" sz="1449" b="1" kern="1200" dirty="0" smtClean="0">
                <a:solidFill>
                  <a:srgbClr val="354CA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speaker name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674B67F-696A-ED41-B4C6-A75BA1923C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" y="619065"/>
            <a:ext cx="12192000" cy="1920939"/>
          </a:xfrm>
        </p:spPr>
        <p:txBody>
          <a:bodyPr lIns="0" rIns="0" anchor="b">
            <a:normAutofit/>
          </a:bodyPr>
          <a:lstStyle>
            <a:lvl1pPr algn="ctr">
              <a:spcBef>
                <a:spcPts val="0"/>
              </a:spcBef>
              <a:spcAft>
                <a:spcPts val="335"/>
              </a:spcAft>
              <a:defRPr lang="en-US" sz="4000" b="1" kern="1200" cap="none" spc="0" baseline="0" dirty="0">
                <a:solidFill>
                  <a:srgbClr val="CC0035"/>
                </a:solidFill>
                <a:latin typeface="Georgia" panose="02040502050405020303" pitchFamily="18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title/subtitle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4A5FDF0-C9B9-9A48-B272-A7C65914E9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792883"/>
            <a:ext cx="12192000" cy="65064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2400" b="1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54724" indent="0" algn="ctr">
              <a:buNone/>
              <a:defRPr sz="1114"/>
            </a:lvl2pPr>
            <a:lvl3pPr marL="509447" indent="0" algn="ctr">
              <a:buNone/>
              <a:defRPr sz="1003"/>
            </a:lvl3pPr>
            <a:lvl4pPr marL="764171" indent="0" algn="ctr">
              <a:buNone/>
              <a:defRPr sz="892"/>
            </a:lvl4pPr>
            <a:lvl5pPr marL="1018894" indent="0" algn="ctr">
              <a:buNone/>
              <a:defRPr sz="892"/>
            </a:lvl5pPr>
            <a:lvl6pPr marL="1273618" indent="0" algn="ctr">
              <a:buNone/>
              <a:defRPr sz="892"/>
            </a:lvl6pPr>
            <a:lvl7pPr marL="1528341" indent="0" algn="ctr">
              <a:buNone/>
              <a:defRPr sz="892"/>
            </a:lvl7pPr>
            <a:lvl8pPr marL="1783065" indent="0" algn="ctr">
              <a:buNone/>
              <a:defRPr sz="892"/>
            </a:lvl8pPr>
            <a:lvl9pPr marL="2037789" indent="0" algn="ctr">
              <a:buNone/>
              <a:defRPr sz="892"/>
            </a:lvl9pPr>
          </a:lstStyle>
          <a:p>
            <a:r>
              <a:rPr lang="en-US" dirty="0"/>
              <a:t>Click to edit speaker name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443533"/>
            <a:ext cx="12192000" cy="50165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1600" i="1" baseline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speaker title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981703"/>
            <a:ext cx="12192000" cy="50165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 algn="ctr">
              <a:buNone/>
              <a:defRPr sz="1600" i="1" baseline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speaker 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ED9191A-C747-48E9-8166-A721D017FCE1}"/>
              </a:ext>
            </a:extLst>
          </p:cNvPr>
          <p:cNvSpPr/>
          <p:nvPr userDrawn="1"/>
        </p:nvSpPr>
        <p:spPr>
          <a:xfrm>
            <a:off x="5624074" y="2923053"/>
            <a:ext cx="957512" cy="494975"/>
          </a:xfrm>
          <a:custGeom>
            <a:avLst/>
            <a:gdLst>
              <a:gd name="connsiteX0" fmla="*/ 1941489 w 1952625"/>
              <a:gd name="connsiteY0" fmla="*/ 434612 h 1009650"/>
              <a:gd name="connsiteX1" fmla="*/ 1946251 w 1952625"/>
              <a:gd name="connsiteY1" fmla="*/ 456996 h 1009650"/>
              <a:gd name="connsiteX2" fmla="*/ 1920534 w 1952625"/>
              <a:gd name="connsiteY2" fmla="*/ 495667 h 1009650"/>
              <a:gd name="connsiteX3" fmla="*/ 1897483 w 1952625"/>
              <a:gd name="connsiteY3" fmla="*/ 518146 h 1009650"/>
              <a:gd name="connsiteX4" fmla="*/ 1836999 w 1952625"/>
              <a:gd name="connsiteY4" fmla="*/ 499096 h 1009650"/>
              <a:gd name="connsiteX5" fmla="*/ 1827475 w 1952625"/>
              <a:gd name="connsiteY5" fmla="*/ 453376 h 1009650"/>
              <a:gd name="connsiteX6" fmla="*/ 1774134 w 1952625"/>
              <a:gd name="connsiteY6" fmla="*/ 405751 h 1009650"/>
              <a:gd name="connsiteX7" fmla="*/ 1733558 w 1952625"/>
              <a:gd name="connsiteY7" fmla="*/ 387654 h 1009650"/>
              <a:gd name="connsiteX8" fmla="*/ 1666883 w 1952625"/>
              <a:gd name="connsiteY8" fmla="*/ 329932 h 1009650"/>
              <a:gd name="connsiteX9" fmla="*/ 1635355 w 1952625"/>
              <a:gd name="connsiteY9" fmla="*/ 312597 h 1009650"/>
              <a:gd name="connsiteX10" fmla="*/ 1444188 w 1952625"/>
              <a:gd name="connsiteY10" fmla="*/ 385082 h 1009650"/>
              <a:gd name="connsiteX11" fmla="*/ 1339985 w 1952625"/>
              <a:gd name="connsiteY11" fmla="*/ 541482 h 1009650"/>
              <a:gd name="connsiteX12" fmla="*/ 1356939 w 1952625"/>
              <a:gd name="connsiteY12" fmla="*/ 628922 h 1009650"/>
              <a:gd name="connsiteX13" fmla="*/ 1380276 w 1952625"/>
              <a:gd name="connsiteY13" fmla="*/ 724172 h 1009650"/>
              <a:gd name="connsiteX14" fmla="*/ 1377894 w 1952625"/>
              <a:gd name="connsiteY14" fmla="*/ 751794 h 1009650"/>
              <a:gd name="connsiteX15" fmla="*/ 1351034 w 1952625"/>
              <a:gd name="connsiteY15" fmla="*/ 784084 h 1009650"/>
              <a:gd name="connsiteX16" fmla="*/ 1319030 w 1952625"/>
              <a:gd name="connsiteY16" fmla="*/ 786846 h 1009650"/>
              <a:gd name="connsiteX17" fmla="*/ 1163963 w 1952625"/>
              <a:gd name="connsiteY17" fmla="*/ 764463 h 1009650"/>
              <a:gd name="connsiteX18" fmla="*/ 1084525 w 1952625"/>
              <a:gd name="connsiteY18" fmla="*/ 809135 h 1009650"/>
              <a:gd name="connsiteX19" fmla="*/ 1096621 w 1952625"/>
              <a:gd name="connsiteY19" fmla="*/ 830566 h 1009650"/>
              <a:gd name="connsiteX20" fmla="*/ 1144246 w 1952625"/>
              <a:gd name="connsiteY20" fmla="*/ 869619 h 1009650"/>
              <a:gd name="connsiteX21" fmla="*/ 1187966 w 1952625"/>
              <a:gd name="connsiteY21" fmla="*/ 901813 h 1009650"/>
              <a:gd name="connsiteX22" fmla="*/ 1179108 w 1952625"/>
              <a:gd name="connsiteY22" fmla="*/ 932293 h 1009650"/>
              <a:gd name="connsiteX23" fmla="*/ 1217208 w 1952625"/>
              <a:gd name="connsiteY23" fmla="*/ 961535 h 1009650"/>
              <a:gd name="connsiteX24" fmla="*/ 1215588 w 1952625"/>
              <a:gd name="connsiteY24" fmla="*/ 991634 h 1009650"/>
              <a:gd name="connsiteX25" fmla="*/ 1167963 w 1952625"/>
              <a:gd name="connsiteY25" fmla="*/ 1003445 h 1009650"/>
              <a:gd name="connsiteX26" fmla="*/ 1147104 w 1952625"/>
              <a:gd name="connsiteY26" fmla="*/ 990110 h 1009650"/>
              <a:gd name="connsiteX27" fmla="*/ 1076428 w 1952625"/>
              <a:gd name="connsiteY27" fmla="*/ 931722 h 1009650"/>
              <a:gd name="connsiteX28" fmla="*/ 996513 w 1952625"/>
              <a:gd name="connsiteY28" fmla="*/ 868095 h 1009650"/>
              <a:gd name="connsiteX29" fmla="*/ 954603 w 1952625"/>
              <a:gd name="connsiteY29" fmla="*/ 882954 h 1009650"/>
              <a:gd name="connsiteX30" fmla="*/ 873927 w 1952625"/>
              <a:gd name="connsiteY30" fmla="*/ 912576 h 1009650"/>
              <a:gd name="connsiteX31" fmla="*/ 813538 w 1952625"/>
              <a:gd name="connsiteY31" fmla="*/ 917053 h 1009650"/>
              <a:gd name="connsiteX32" fmla="*/ 838970 w 1952625"/>
              <a:gd name="connsiteY32" fmla="*/ 861904 h 1009650"/>
              <a:gd name="connsiteX33" fmla="*/ 902597 w 1952625"/>
              <a:gd name="connsiteY33" fmla="*/ 837710 h 1009650"/>
              <a:gd name="connsiteX34" fmla="*/ 931172 w 1952625"/>
              <a:gd name="connsiteY34" fmla="*/ 802277 h 1009650"/>
              <a:gd name="connsiteX35" fmla="*/ 834398 w 1952625"/>
              <a:gd name="connsiteY35" fmla="*/ 783989 h 1009650"/>
              <a:gd name="connsiteX36" fmla="*/ 764103 w 1952625"/>
              <a:gd name="connsiteY36" fmla="*/ 724077 h 1009650"/>
              <a:gd name="connsiteX37" fmla="*/ 599607 w 1952625"/>
              <a:gd name="connsiteY37" fmla="*/ 550626 h 1009650"/>
              <a:gd name="connsiteX38" fmla="*/ 523407 w 1952625"/>
              <a:gd name="connsiteY38" fmla="*/ 448328 h 1009650"/>
              <a:gd name="connsiteX39" fmla="*/ 498927 w 1952625"/>
              <a:gd name="connsiteY39" fmla="*/ 395655 h 1009650"/>
              <a:gd name="connsiteX40" fmla="*/ 472734 w 1952625"/>
              <a:gd name="connsiteY40" fmla="*/ 371842 h 1009650"/>
              <a:gd name="connsiteX41" fmla="*/ 344337 w 1952625"/>
              <a:gd name="connsiteY41" fmla="*/ 328694 h 1009650"/>
              <a:gd name="connsiteX42" fmla="*/ 256421 w 1952625"/>
              <a:gd name="connsiteY42" fmla="*/ 309644 h 1009650"/>
              <a:gd name="connsiteX43" fmla="*/ 7247 w 1952625"/>
              <a:gd name="connsiteY43" fmla="*/ 154958 h 1009650"/>
              <a:gd name="connsiteX44" fmla="*/ 37251 w 1952625"/>
              <a:gd name="connsiteY44" fmla="*/ 133050 h 1009650"/>
              <a:gd name="connsiteX45" fmla="*/ 170601 w 1952625"/>
              <a:gd name="connsiteY45" fmla="*/ 190200 h 1009650"/>
              <a:gd name="connsiteX46" fmla="*/ 328906 w 1952625"/>
              <a:gd name="connsiteY46" fmla="*/ 180675 h 1009650"/>
              <a:gd name="connsiteX47" fmla="*/ 416155 w 1952625"/>
              <a:gd name="connsiteY47" fmla="*/ 265734 h 1009650"/>
              <a:gd name="connsiteX48" fmla="*/ 564078 w 1952625"/>
              <a:gd name="connsiteY48" fmla="*/ 237159 h 1009650"/>
              <a:gd name="connsiteX49" fmla="*/ 851543 w 1952625"/>
              <a:gd name="connsiteY49" fmla="*/ 172960 h 1009650"/>
              <a:gd name="connsiteX50" fmla="*/ 1183108 w 1952625"/>
              <a:gd name="connsiteY50" fmla="*/ 148100 h 1009650"/>
              <a:gd name="connsiteX51" fmla="*/ 1195300 w 1952625"/>
              <a:gd name="connsiteY51" fmla="*/ 120382 h 1009650"/>
              <a:gd name="connsiteX52" fmla="*/ 1158819 w 1952625"/>
              <a:gd name="connsiteY52" fmla="*/ 74662 h 1009650"/>
              <a:gd name="connsiteX53" fmla="*/ 1304266 w 1952625"/>
              <a:gd name="connsiteY53" fmla="*/ 94474 h 1009650"/>
              <a:gd name="connsiteX54" fmla="*/ 1245021 w 1952625"/>
              <a:gd name="connsiteY54" fmla="*/ 14083 h 1009650"/>
              <a:gd name="connsiteX55" fmla="*/ 1366464 w 1952625"/>
              <a:gd name="connsiteY55" fmla="*/ 61041 h 1009650"/>
              <a:gd name="connsiteX56" fmla="*/ 1427139 w 1952625"/>
              <a:gd name="connsiteY56" fmla="*/ 70566 h 1009650"/>
              <a:gd name="connsiteX57" fmla="*/ 1427139 w 1952625"/>
              <a:gd name="connsiteY57" fmla="*/ 37896 h 1009650"/>
              <a:gd name="connsiteX58" fmla="*/ 1515150 w 1952625"/>
              <a:gd name="connsiteY58" fmla="*/ 69709 h 1009650"/>
              <a:gd name="connsiteX59" fmla="*/ 1576300 w 1952625"/>
              <a:gd name="connsiteY59" fmla="*/ 69709 h 1009650"/>
              <a:gd name="connsiteX60" fmla="*/ 1690029 w 1952625"/>
              <a:gd name="connsiteY60" fmla="*/ 106571 h 1009650"/>
              <a:gd name="connsiteX61" fmla="*/ 1707555 w 1952625"/>
              <a:gd name="connsiteY61" fmla="*/ 82758 h 1009650"/>
              <a:gd name="connsiteX62" fmla="*/ 1731939 w 1952625"/>
              <a:gd name="connsiteY62" fmla="*/ 10845 h 1009650"/>
              <a:gd name="connsiteX63" fmla="*/ 1766419 w 1952625"/>
              <a:gd name="connsiteY63" fmla="*/ 86568 h 1009650"/>
              <a:gd name="connsiteX64" fmla="*/ 1832713 w 1952625"/>
              <a:gd name="connsiteY64" fmla="*/ 190105 h 1009650"/>
              <a:gd name="connsiteX65" fmla="*/ 1869861 w 1952625"/>
              <a:gd name="connsiteY65" fmla="*/ 267639 h 1009650"/>
              <a:gd name="connsiteX66" fmla="*/ 1941489 w 1952625"/>
              <a:gd name="connsiteY66" fmla="*/ 434517 h 1009650"/>
              <a:gd name="connsiteX67" fmla="*/ 1055664 w 1952625"/>
              <a:gd name="connsiteY67" fmla="*/ 657497 h 1009650"/>
              <a:gd name="connsiteX68" fmla="*/ 1089954 w 1952625"/>
              <a:gd name="connsiteY68" fmla="*/ 674928 h 1009650"/>
              <a:gd name="connsiteX69" fmla="*/ 1126339 w 1952625"/>
              <a:gd name="connsiteY69" fmla="*/ 608253 h 1009650"/>
              <a:gd name="connsiteX70" fmla="*/ 1114147 w 1952625"/>
              <a:gd name="connsiteY70" fmla="*/ 574248 h 1009650"/>
              <a:gd name="connsiteX71" fmla="*/ 1090144 w 1952625"/>
              <a:gd name="connsiteY71" fmla="*/ 570819 h 1009650"/>
              <a:gd name="connsiteX72" fmla="*/ 879451 w 1952625"/>
              <a:gd name="connsiteY72" fmla="*/ 521099 h 1009650"/>
              <a:gd name="connsiteX73" fmla="*/ 864497 w 1952625"/>
              <a:gd name="connsiteY73" fmla="*/ 545292 h 1009650"/>
              <a:gd name="connsiteX74" fmla="*/ 901930 w 1952625"/>
              <a:gd name="connsiteY74" fmla="*/ 667689 h 1009650"/>
              <a:gd name="connsiteX75" fmla="*/ 969367 w 1952625"/>
              <a:gd name="connsiteY75" fmla="*/ 712551 h 1009650"/>
              <a:gd name="connsiteX76" fmla="*/ 1033661 w 1952625"/>
              <a:gd name="connsiteY76" fmla="*/ 751890 h 1009650"/>
              <a:gd name="connsiteX77" fmla="*/ 1053854 w 1952625"/>
              <a:gd name="connsiteY77" fmla="*/ 728458 h 1009650"/>
              <a:gd name="connsiteX78" fmla="*/ 1025279 w 1952625"/>
              <a:gd name="connsiteY78" fmla="*/ 710932 h 1009650"/>
              <a:gd name="connsiteX79" fmla="*/ 984607 w 1952625"/>
              <a:gd name="connsiteY79" fmla="*/ 684643 h 1009650"/>
              <a:gd name="connsiteX80" fmla="*/ 977178 w 1952625"/>
              <a:gd name="connsiteY80" fmla="*/ 643400 h 1009650"/>
              <a:gd name="connsiteX81" fmla="*/ 1038995 w 1952625"/>
              <a:gd name="connsiteY81" fmla="*/ 643400 h 1009650"/>
              <a:gd name="connsiteX82" fmla="*/ 1055854 w 1952625"/>
              <a:gd name="connsiteY82" fmla="*/ 657878 h 1009650"/>
              <a:gd name="connsiteX83" fmla="*/ 1236829 w 1952625"/>
              <a:gd name="connsiteY83" fmla="*/ 640447 h 1009650"/>
              <a:gd name="connsiteX84" fmla="*/ 1198729 w 1952625"/>
              <a:gd name="connsiteY84" fmla="*/ 698931 h 1009650"/>
              <a:gd name="connsiteX85" fmla="*/ 1209588 w 1952625"/>
              <a:gd name="connsiteY85" fmla="*/ 721886 h 1009650"/>
              <a:gd name="connsiteX86" fmla="*/ 1276263 w 1952625"/>
              <a:gd name="connsiteY86" fmla="*/ 726267 h 1009650"/>
              <a:gd name="connsiteX87" fmla="*/ 1290741 w 1952625"/>
              <a:gd name="connsiteY87" fmla="*/ 700169 h 1009650"/>
              <a:gd name="connsiteX88" fmla="*/ 1253403 w 1952625"/>
              <a:gd name="connsiteY88" fmla="*/ 641590 h 1009650"/>
              <a:gd name="connsiteX89" fmla="*/ 1236353 w 1952625"/>
              <a:gd name="connsiteY89" fmla="*/ 640447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952625" h="1009650">
                <a:moveTo>
                  <a:pt x="1941489" y="434612"/>
                </a:moveTo>
                <a:cubicBezTo>
                  <a:pt x="1948251" y="444137"/>
                  <a:pt x="1945680" y="446232"/>
                  <a:pt x="1946251" y="456996"/>
                </a:cubicBezTo>
                <a:cubicBezTo>
                  <a:pt x="1947013" y="471378"/>
                  <a:pt x="1930916" y="473855"/>
                  <a:pt x="1920534" y="495667"/>
                </a:cubicBezTo>
                <a:cubicBezTo>
                  <a:pt x="1917218" y="506620"/>
                  <a:pt x="1908515" y="515106"/>
                  <a:pt x="1897483" y="518146"/>
                </a:cubicBezTo>
                <a:cubicBezTo>
                  <a:pt x="1875539" y="520598"/>
                  <a:pt x="1853578" y="513681"/>
                  <a:pt x="1836999" y="499096"/>
                </a:cubicBezTo>
                <a:cubicBezTo>
                  <a:pt x="1823188" y="484237"/>
                  <a:pt x="1833856" y="465282"/>
                  <a:pt x="1827475" y="453376"/>
                </a:cubicBezTo>
                <a:cubicBezTo>
                  <a:pt x="1812234" y="426039"/>
                  <a:pt x="1785564" y="415276"/>
                  <a:pt x="1774134" y="405751"/>
                </a:cubicBezTo>
                <a:cubicBezTo>
                  <a:pt x="1762357" y="396384"/>
                  <a:pt x="1748396" y="390157"/>
                  <a:pt x="1733558" y="387654"/>
                </a:cubicBezTo>
                <a:cubicBezTo>
                  <a:pt x="1688600" y="376414"/>
                  <a:pt x="1682599" y="352602"/>
                  <a:pt x="1666883" y="329932"/>
                </a:cubicBezTo>
                <a:cubicBezTo>
                  <a:pt x="1651167" y="307263"/>
                  <a:pt x="1640975" y="310882"/>
                  <a:pt x="1635355" y="312597"/>
                </a:cubicBezTo>
                <a:cubicBezTo>
                  <a:pt x="1565346" y="329837"/>
                  <a:pt x="1482384" y="361555"/>
                  <a:pt x="1444188" y="385082"/>
                </a:cubicBezTo>
                <a:cubicBezTo>
                  <a:pt x="1379514" y="424801"/>
                  <a:pt x="1352653" y="470140"/>
                  <a:pt x="1339985" y="541482"/>
                </a:cubicBezTo>
                <a:cubicBezTo>
                  <a:pt x="1371417" y="592632"/>
                  <a:pt x="1357987" y="608157"/>
                  <a:pt x="1356939" y="628922"/>
                </a:cubicBezTo>
                <a:cubicBezTo>
                  <a:pt x="1354177" y="683214"/>
                  <a:pt x="1375418" y="710265"/>
                  <a:pt x="1380276" y="724172"/>
                </a:cubicBezTo>
                <a:cubicBezTo>
                  <a:pt x="1385133" y="738078"/>
                  <a:pt x="1384752" y="744174"/>
                  <a:pt x="1377894" y="751794"/>
                </a:cubicBezTo>
                <a:cubicBezTo>
                  <a:pt x="1369553" y="763053"/>
                  <a:pt x="1360586" y="773833"/>
                  <a:pt x="1351034" y="784084"/>
                </a:cubicBezTo>
                <a:cubicBezTo>
                  <a:pt x="1340080" y="794181"/>
                  <a:pt x="1329603" y="789513"/>
                  <a:pt x="1319030" y="786846"/>
                </a:cubicBezTo>
                <a:cubicBezTo>
                  <a:pt x="1268331" y="773657"/>
                  <a:pt x="1216322" y="766149"/>
                  <a:pt x="1163963" y="764463"/>
                </a:cubicBezTo>
                <a:cubicBezTo>
                  <a:pt x="1127292" y="762843"/>
                  <a:pt x="1093764" y="799038"/>
                  <a:pt x="1084525" y="809135"/>
                </a:cubicBezTo>
                <a:cubicBezTo>
                  <a:pt x="1075285" y="819231"/>
                  <a:pt x="1089096" y="825613"/>
                  <a:pt x="1096621" y="830566"/>
                </a:cubicBezTo>
                <a:cubicBezTo>
                  <a:pt x="1117767" y="844568"/>
                  <a:pt x="1126530" y="861618"/>
                  <a:pt x="1144246" y="869619"/>
                </a:cubicBezTo>
                <a:cubicBezTo>
                  <a:pt x="1161963" y="877620"/>
                  <a:pt x="1178727" y="883049"/>
                  <a:pt x="1187966" y="901813"/>
                </a:cubicBezTo>
                <a:cubicBezTo>
                  <a:pt x="1192687" y="912784"/>
                  <a:pt x="1188974" y="925562"/>
                  <a:pt x="1179108" y="932293"/>
                </a:cubicBezTo>
                <a:cubicBezTo>
                  <a:pt x="1192530" y="941061"/>
                  <a:pt x="1205267" y="950837"/>
                  <a:pt x="1217208" y="961535"/>
                </a:cubicBezTo>
                <a:cubicBezTo>
                  <a:pt x="1226733" y="970012"/>
                  <a:pt x="1228447" y="987633"/>
                  <a:pt x="1215588" y="991634"/>
                </a:cubicBezTo>
                <a:cubicBezTo>
                  <a:pt x="1200025" y="996735"/>
                  <a:pt x="1184107" y="1000683"/>
                  <a:pt x="1167963" y="1003445"/>
                </a:cubicBezTo>
                <a:cubicBezTo>
                  <a:pt x="1152057" y="1005350"/>
                  <a:pt x="1150342" y="994777"/>
                  <a:pt x="1147104" y="990110"/>
                </a:cubicBezTo>
                <a:cubicBezTo>
                  <a:pt x="1133007" y="969726"/>
                  <a:pt x="1102812" y="938103"/>
                  <a:pt x="1076428" y="931722"/>
                </a:cubicBezTo>
                <a:cubicBezTo>
                  <a:pt x="1029375" y="920292"/>
                  <a:pt x="1026993" y="895431"/>
                  <a:pt x="996513" y="868095"/>
                </a:cubicBezTo>
                <a:cubicBezTo>
                  <a:pt x="978797" y="852283"/>
                  <a:pt x="976320" y="865523"/>
                  <a:pt x="954603" y="882954"/>
                </a:cubicBezTo>
                <a:cubicBezTo>
                  <a:pt x="912789" y="916577"/>
                  <a:pt x="911169" y="889621"/>
                  <a:pt x="873927" y="912576"/>
                </a:cubicBezTo>
                <a:cubicBezTo>
                  <a:pt x="812490" y="950676"/>
                  <a:pt x="810300" y="926864"/>
                  <a:pt x="813538" y="917053"/>
                </a:cubicBezTo>
                <a:cubicBezTo>
                  <a:pt x="821039" y="898236"/>
                  <a:pt x="829529" y="879827"/>
                  <a:pt x="838970" y="861904"/>
                </a:cubicBezTo>
                <a:cubicBezTo>
                  <a:pt x="855448" y="827899"/>
                  <a:pt x="881070" y="856950"/>
                  <a:pt x="902597" y="837710"/>
                </a:cubicBezTo>
                <a:cubicBezTo>
                  <a:pt x="913600" y="827172"/>
                  <a:pt x="923204" y="815263"/>
                  <a:pt x="931172" y="802277"/>
                </a:cubicBezTo>
                <a:cubicBezTo>
                  <a:pt x="900978" y="770654"/>
                  <a:pt x="893072" y="786656"/>
                  <a:pt x="834398" y="783989"/>
                </a:cubicBezTo>
                <a:cubicBezTo>
                  <a:pt x="779439" y="781512"/>
                  <a:pt x="776676" y="762462"/>
                  <a:pt x="764103" y="724077"/>
                </a:cubicBezTo>
                <a:cubicBezTo>
                  <a:pt x="731718" y="625112"/>
                  <a:pt x="677045" y="601776"/>
                  <a:pt x="599607" y="550626"/>
                </a:cubicBezTo>
                <a:cubicBezTo>
                  <a:pt x="534837" y="507764"/>
                  <a:pt x="562650" y="486142"/>
                  <a:pt x="523407" y="448328"/>
                </a:cubicBezTo>
                <a:cubicBezTo>
                  <a:pt x="503309" y="429278"/>
                  <a:pt x="503023" y="416610"/>
                  <a:pt x="498927" y="395655"/>
                </a:cubicBezTo>
                <a:cubicBezTo>
                  <a:pt x="494832" y="374700"/>
                  <a:pt x="491498" y="374700"/>
                  <a:pt x="472734" y="371842"/>
                </a:cubicBezTo>
                <a:cubicBezTo>
                  <a:pt x="453969" y="368985"/>
                  <a:pt x="381389" y="360984"/>
                  <a:pt x="344337" y="328694"/>
                </a:cubicBezTo>
                <a:cubicBezTo>
                  <a:pt x="304236" y="293832"/>
                  <a:pt x="303474" y="307739"/>
                  <a:pt x="256421" y="309644"/>
                </a:cubicBezTo>
                <a:cubicBezTo>
                  <a:pt x="103449" y="317264"/>
                  <a:pt x="9914" y="210489"/>
                  <a:pt x="7247" y="154958"/>
                </a:cubicBezTo>
                <a:cubicBezTo>
                  <a:pt x="5723" y="124668"/>
                  <a:pt x="21344" y="118001"/>
                  <a:pt x="37251" y="133050"/>
                </a:cubicBezTo>
                <a:cubicBezTo>
                  <a:pt x="74674" y="165507"/>
                  <a:pt x="121288" y="185485"/>
                  <a:pt x="170601" y="190200"/>
                </a:cubicBezTo>
                <a:cubicBezTo>
                  <a:pt x="265851" y="200487"/>
                  <a:pt x="299664" y="175056"/>
                  <a:pt x="328906" y="180675"/>
                </a:cubicBezTo>
                <a:cubicBezTo>
                  <a:pt x="386532" y="191058"/>
                  <a:pt x="383865" y="216585"/>
                  <a:pt x="416155" y="265734"/>
                </a:cubicBezTo>
                <a:cubicBezTo>
                  <a:pt x="435205" y="294309"/>
                  <a:pt x="548457" y="245255"/>
                  <a:pt x="564078" y="237159"/>
                </a:cubicBezTo>
                <a:cubicBezTo>
                  <a:pt x="636183" y="200392"/>
                  <a:pt x="716478" y="151434"/>
                  <a:pt x="851543" y="172960"/>
                </a:cubicBezTo>
                <a:cubicBezTo>
                  <a:pt x="1007562" y="197249"/>
                  <a:pt x="1123767" y="169341"/>
                  <a:pt x="1183108" y="148100"/>
                </a:cubicBezTo>
                <a:cubicBezTo>
                  <a:pt x="1228733" y="131717"/>
                  <a:pt x="1205968" y="128193"/>
                  <a:pt x="1195300" y="120382"/>
                </a:cubicBezTo>
                <a:cubicBezTo>
                  <a:pt x="1184632" y="112572"/>
                  <a:pt x="1151961" y="88854"/>
                  <a:pt x="1158819" y="74662"/>
                </a:cubicBezTo>
                <a:cubicBezTo>
                  <a:pt x="1168916" y="53517"/>
                  <a:pt x="1285978" y="116953"/>
                  <a:pt x="1304266" y="94474"/>
                </a:cubicBezTo>
                <a:cubicBezTo>
                  <a:pt x="1312839" y="83806"/>
                  <a:pt x="1223970" y="39801"/>
                  <a:pt x="1245021" y="14083"/>
                </a:cubicBezTo>
                <a:cubicBezTo>
                  <a:pt x="1266071" y="-11634"/>
                  <a:pt x="1294265" y="40944"/>
                  <a:pt x="1366464" y="61041"/>
                </a:cubicBezTo>
                <a:cubicBezTo>
                  <a:pt x="1407517" y="72471"/>
                  <a:pt x="1421805" y="77520"/>
                  <a:pt x="1427139" y="70566"/>
                </a:cubicBezTo>
                <a:cubicBezTo>
                  <a:pt x="1437902" y="57231"/>
                  <a:pt x="1416566" y="47516"/>
                  <a:pt x="1427139" y="37896"/>
                </a:cubicBezTo>
                <a:cubicBezTo>
                  <a:pt x="1441426" y="25132"/>
                  <a:pt x="1480860" y="54374"/>
                  <a:pt x="1515150" y="69709"/>
                </a:cubicBezTo>
                <a:cubicBezTo>
                  <a:pt x="1551440" y="85806"/>
                  <a:pt x="1512864" y="26370"/>
                  <a:pt x="1576300" y="69709"/>
                </a:cubicBezTo>
                <a:cubicBezTo>
                  <a:pt x="1623258" y="101999"/>
                  <a:pt x="1655167" y="106190"/>
                  <a:pt x="1690029" y="106571"/>
                </a:cubicBezTo>
                <a:cubicBezTo>
                  <a:pt x="1712698" y="106571"/>
                  <a:pt x="1704411" y="99237"/>
                  <a:pt x="1707555" y="82758"/>
                </a:cubicBezTo>
                <a:cubicBezTo>
                  <a:pt x="1710698" y="66280"/>
                  <a:pt x="1720128" y="18655"/>
                  <a:pt x="1731939" y="10845"/>
                </a:cubicBezTo>
                <a:cubicBezTo>
                  <a:pt x="1755465" y="-4491"/>
                  <a:pt x="1759180" y="48183"/>
                  <a:pt x="1766419" y="86568"/>
                </a:cubicBezTo>
                <a:cubicBezTo>
                  <a:pt x="1773658" y="124954"/>
                  <a:pt x="1790327" y="152005"/>
                  <a:pt x="1832713" y="190105"/>
                </a:cubicBezTo>
                <a:cubicBezTo>
                  <a:pt x="1865289" y="219156"/>
                  <a:pt x="1861288" y="238873"/>
                  <a:pt x="1869861" y="267639"/>
                </a:cubicBezTo>
                <a:cubicBezTo>
                  <a:pt x="1884529" y="316692"/>
                  <a:pt x="1898436" y="373747"/>
                  <a:pt x="1941489" y="434517"/>
                </a:cubicBezTo>
                <a:moveTo>
                  <a:pt x="1055664" y="657497"/>
                </a:moveTo>
                <a:cubicBezTo>
                  <a:pt x="1058521" y="673213"/>
                  <a:pt x="1074714" y="674832"/>
                  <a:pt x="1089954" y="674928"/>
                </a:cubicBezTo>
                <a:cubicBezTo>
                  <a:pt x="1105611" y="654818"/>
                  <a:pt x="1117899" y="632300"/>
                  <a:pt x="1126339" y="608253"/>
                </a:cubicBezTo>
                <a:cubicBezTo>
                  <a:pt x="1123291" y="601490"/>
                  <a:pt x="1117671" y="583583"/>
                  <a:pt x="1114147" y="574248"/>
                </a:cubicBezTo>
                <a:cubicBezTo>
                  <a:pt x="1110623" y="564914"/>
                  <a:pt x="1100526" y="569010"/>
                  <a:pt x="1090144" y="570819"/>
                </a:cubicBezTo>
                <a:cubicBezTo>
                  <a:pt x="1017754" y="583392"/>
                  <a:pt x="941649" y="531481"/>
                  <a:pt x="879451" y="521099"/>
                </a:cubicBezTo>
                <a:cubicBezTo>
                  <a:pt x="856782" y="517384"/>
                  <a:pt x="861639" y="530624"/>
                  <a:pt x="864497" y="545292"/>
                </a:cubicBezTo>
                <a:cubicBezTo>
                  <a:pt x="874290" y="586864"/>
                  <a:pt x="886794" y="627751"/>
                  <a:pt x="901930" y="667689"/>
                </a:cubicBezTo>
                <a:cubicBezTo>
                  <a:pt x="914217" y="697026"/>
                  <a:pt x="940030" y="707313"/>
                  <a:pt x="969367" y="712551"/>
                </a:cubicBezTo>
                <a:cubicBezTo>
                  <a:pt x="1006038" y="718933"/>
                  <a:pt x="1014801" y="742555"/>
                  <a:pt x="1033661" y="751890"/>
                </a:cubicBezTo>
                <a:cubicBezTo>
                  <a:pt x="1042212" y="745853"/>
                  <a:pt x="1049146" y="737806"/>
                  <a:pt x="1053854" y="728458"/>
                </a:cubicBezTo>
                <a:cubicBezTo>
                  <a:pt x="1050139" y="716266"/>
                  <a:pt x="1038900" y="715695"/>
                  <a:pt x="1025279" y="710932"/>
                </a:cubicBezTo>
                <a:cubicBezTo>
                  <a:pt x="1001181" y="702550"/>
                  <a:pt x="995466" y="691882"/>
                  <a:pt x="984607" y="684643"/>
                </a:cubicBezTo>
                <a:cubicBezTo>
                  <a:pt x="951365" y="660735"/>
                  <a:pt x="959080" y="641971"/>
                  <a:pt x="977178" y="643400"/>
                </a:cubicBezTo>
                <a:cubicBezTo>
                  <a:pt x="997753" y="644994"/>
                  <a:pt x="1018420" y="644994"/>
                  <a:pt x="1038995" y="643400"/>
                </a:cubicBezTo>
                <a:cubicBezTo>
                  <a:pt x="1047567" y="642162"/>
                  <a:pt x="1052997" y="642257"/>
                  <a:pt x="1055854" y="657878"/>
                </a:cubicBezTo>
                <a:moveTo>
                  <a:pt x="1236829" y="640447"/>
                </a:moveTo>
                <a:cubicBezTo>
                  <a:pt x="1226256" y="656259"/>
                  <a:pt x="1203206" y="691025"/>
                  <a:pt x="1198729" y="698931"/>
                </a:cubicBezTo>
                <a:cubicBezTo>
                  <a:pt x="1194252" y="706836"/>
                  <a:pt x="1186442" y="719314"/>
                  <a:pt x="1209588" y="721886"/>
                </a:cubicBezTo>
                <a:cubicBezTo>
                  <a:pt x="1232733" y="724458"/>
                  <a:pt x="1263975" y="728649"/>
                  <a:pt x="1276263" y="726267"/>
                </a:cubicBezTo>
                <a:cubicBezTo>
                  <a:pt x="1288550" y="723886"/>
                  <a:pt x="1300361" y="717695"/>
                  <a:pt x="1290741" y="700169"/>
                </a:cubicBezTo>
                <a:cubicBezTo>
                  <a:pt x="1283692" y="687215"/>
                  <a:pt x="1257213" y="646638"/>
                  <a:pt x="1253403" y="641590"/>
                </a:cubicBezTo>
                <a:cubicBezTo>
                  <a:pt x="1249593" y="636542"/>
                  <a:pt x="1243878" y="629208"/>
                  <a:pt x="1236353" y="640447"/>
                </a:cubicBezTo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21982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439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8962" y="763400"/>
            <a:ext cx="11802028" cy="5987779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/>
            </a:lvl1pPr>
            <a:lvl2pPr>
              <a:spcAft>
                <a:spcPts val="1189"/>
              </a:spcAft>
              <a:defRPr/>
            </a:lvl2pPr>
            <a:lvl3pPr>
              <a:spcAft>
                <a:spcPts val="1189"/>
              </a:spcAft>
              <a:defRPr/>
            </a:lvl3pPr>
            <a:lvl4pPr>
              <a:spcAft>
                <a:spcPts val="1189"/>
              </a:spcAft>
              <a:defRPr/>
            </a:lvl4pPr>
            <a:lvl5pPr>
              <a:spcAft>
                <a:spcPts val="1189"/>
              </a:spcAft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53CB432-AB29-46B6-AD85-139C6DAC7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092" y="6449221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3F112-5A46-47FF-9FAC-760B9532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064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 userDrawn="1">
          <p15:clr>
            <a:srgbClr val="FBAE40"/>
          </p15:clr>
        </p15:guide>
        <p15:guide id="2" pos="11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half slide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42342" y="805343"/>
            <a:ext cx="5978752" cy="6052657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3" y="1"/>
            <a:ext cx="5940699" cy="626066"/>
          </a:xfrm>
        </p:spPr>
        <p:txBody>
          <a:bodyPr wrap="square"/>
          <a:lstStyle>
            <a:lvl1pPr>
              <a:defRPr sz="32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6458858" y="671267"/>
            <a:ext cx="507317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3D51FE-D83F-4DAB-A977-10D91728AF2A}"/>
              </a:ext>
            </a:extLst>
          </p:cNvPr>
          <p:cNvCxnSpPr>
            <a:cxnSpLocks/>
          </p:cNvCxnSpPr>
          <p:nvPr userDrawn="1"/>
        </p:nvCxnSpPr>
        <p:spPr>
          <a:xfrm>
            <a:off x="6096001" y="671267"/>
            <a:ext cx="592251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D2A72E0A-9C48-4CB7-AEA4-E8F60E304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18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aphic 6">
            <a:extLst>
              <a:ext uri="{FF2B5EF4-FFF2-40B4-BE49-F238E27FC236}">
                <a16:creationId xmlns:a16="http://schemas.microsoft.com/office/drawing/2014/main" id="{6C7F29DF-CC0B-4F21-A590-571190EB7693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accent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E4E374-4453-47B3-9D2F-CDA8C05865CF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8B44BF3-EA98-4315-BB1E-CD1EA2633C2F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1B01DC-60AE-4223-A2F3-5C7618CA930F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82FEFE9-E2B4-4469-99ED-C63A7BC75ADA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DB8397E-19D0-42DD-A3D0-27091E6B6D05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043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half slide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aphic 6">
            <a:extLst>
              <a:ext uri="{FF2B5EF4-FFF2-40B4-BE49-F238E27FC236}">
                <a16:creationId xmlns:a16="http://schemas.microsoft.com/office/drawing/2014/main" id="{C677C5FA-C302-4027-AA30-E7717DE42929}"/>
              </a:ext>
            </a:extLst>
          </p:cNvPr>
          <p:cNvGrpSpPr/>
          <p:nvPr userDrawn="1"/>
        </p:nvGrpSpPr>
        <p:grpSpPr>
          <a:xfrm>
            <a:off x="188962" y="6384416"/>
            <a:ext cx="987810" cy="292608"/>
            <a:chOff x="4710906" y="3597973"/>
            <a:chExt cx="2760252" cy="819150"/>
          </a:xfrm>
          <a:solidFill>
            <a:schemeClr val="accent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ED64E2-4604-472B-A705-F325055AA227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7C3C515-AE99-4520-9C37-89661942F87C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06D57B-346A-4940-9978-D684633D350F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16158EA-8823-4423-97D7-111B159E5EAF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CB18A-3D1A-40B0-9E8F-DB65BB98D451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08" y="771788"/>
            <a:ext cx="5909978" cy="6086213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/>
            </a:lvl1pPr>
            <a:lvl2pPr>
              <a:spcAft>
                <a:spcPts val="1189"/>
              </a:spcAft>
              <a:defRPr sz="2000"/>
            </a:lvl2pPr>
            <a:lvl3pPr>
              <a:spcAft>
                <a:spcPts val="1189"/>
              </a:spcAft>
              <a:defRPr sz="1800"/>
            </a:lvl3pPr>
            <a:lvl4pPr>
              <a:spcAft>
                <a:spcPts val="1189"/>
              </a:spcAft>
              <a:defRPr sz="1800"/>
            </a:lvl4pPr>
            <a:lvl5pPr>
              <a:spcAft>
                <a:spcPts val="1189"/>
              </a:spcAft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8964" y="1"/>
            <a:ext cx="5953378" cy="626066"/>
          </a:xfrm>
        </p:spPr>
        <p:txBody>
          <a:bodyPr anchor="b"/>
          <a:lstStyle>
            <a:lvl1pPr>
              <a:defRPr sz="3200"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457178" y="671267"/>
            <a:ext cx="50749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1497636-6A83-40DB-9FE5-4D95815A4F81}"/>
              </a:ext>
            </a:extLst>
          </p:cNvPr>
          <p:cNvCxnSpPr>
            <a:cxnSpLocks/>
          </p:cNvCxnSpPr>
          <p:nvPr userDrawn="1"/>
        </p:nvCxnSpPr>
        <p:spPr>
          <a:xfrm>
            <a:off x="188965" y="626066"/>
            <a:ext cx="59533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B6709774-D5DB-43A3-84E4-1B372265D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141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53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013F86B-7E75-47A6-A39A-ED8337FF2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4D580-9F58-4D0D-8A83-57893789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271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188963" y="671267"/>
            <a:ext cx="118140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0" hasCustomPrompt="1"/>
          </p:nvPr>
        </p:nvSpPr>
        <p:spPr>
          <a:xfrm>
            <a:off x="188963" y="755010"/>
            <a:ext cx="11641909" cy="5987622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72C5A28D-63B2-43A4-81C8-C5FF626F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aphic 6">
            <a:extLst>
              <a:ext uri="{FF2B5EF4-FFF2-40B4-BE49-F238E27FC236}">
                <a16:creationId xmlns:a16="http://schemas.microsoft.com/office/drawing/2014/main" id="{18BCB4C1-C568-4643-99CB-5573B5D9A48D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1122835-2201-450D-93D5-2F766B2D19EF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22249C-C671-4BC5-8ABA-DE9E11786FA9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5887A9-E5B3-43C7-888F-A7782D191A91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7A6BE69-968D-413A-8785-507D5096D79A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BC32F23-F9CC-4E9B-8558-3C7A095341C5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366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188963" y="671267"/>
            <a:ext cx="118140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F8D9189E-E64E-4046-BF66-32760AEA8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aphic 6">
            <a:extLst>
              <a:ext uri="{FF2B5EF4-FFF2-40B4-BE49-F238E27FC236}">
                <a16:creationId xmlns:a16="http://schemas.microsoft.com/office/drawing/2014/main" id="{3C521125-5464-4662-A4C7-7F3D52EEEA64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DF96E25-5917-42FA-ACE8-D92A6D87CF46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1EB57E-DBB4-4076-B385-41D99EE18603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7C8341-3A20-43CD-9798-757AE09D8A93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B4206A-9AF7-4D02-A11A-6A53EECE7C84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CD7ECAA-4128-40DF-81EA-6CE56BB4C99A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47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B9C84A7-99FC-4E94-98C3-D1B48CB79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aphic 6">
            <a:extLst>
              <a:ext uri="{FF2B5EF4-FFF2-40B4-BE49-F238E27FC236}">
                <a16:creationId xmlns:a16="http://schemas.microsoft.com/office/drawing/2014/main" id="{60E3CDBE-3399-4DCB-9C5D-4DA2D828AE0A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C735E9-A189-45C0-B01E-CCB95EDFF42F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2E2DB9-7B58-4911-AE12-6515552932D2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06DA6AD-4FC0-450E-9E79-B61D0898C8D4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57E257B-6729-4BC1-AE4F-27672AC8BD3D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4F5E7B-2DEF-42E6-BBC4-D9E8AD40C842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66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Right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629031" y="960583"/>
            <a:ext cx="5440776" cy="5303520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58858" y="1"/>
            <a:ext cx="5733142" cy="626066"/>
          </a:xfrm>
        </p:spPr>
        <p:txBody>
          <a:bodyPr wrap="square"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6458857" y="671267"/>
            <a:ext cx="554418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4B0DAF07-B938-49EF-A3EC-3E0B30C93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aphic 6">
            <a:extLst>
              <a:ext uri="{FF2B5EF4-FFF2-40B4-BE49-F238E27FC236}">
                <a16:creationId xmlns:a16="http://schemas.microsoft.com/office/drawing/2014/main" id="{87769DBB-F749-4358-83E8-2ADC2E3E45DA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045E09-5BC3-4B42-85DE-D789974691B0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68FCE3-B57F-458B-BFBA-FBB218B7F9C3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A673EA-5B6D-46EC-83E6-E4412CC7F4C1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3046C8F-A537-44DB-8D1E-4EFB9B26F372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63BEE48-5231-4789-AF51-60F38E8AAED1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94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Left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6">
            <a:extLst>
              <a:ext uri="{FF2B5EF4-FFF2-40B4-BE49-F238E27FC236}">
                <a16:creationId xmlns:a16="http://schemas.microsoft.com/office/drawing/2014/main" id="{E0AA7C0C-6BB1-4F1B-AA7D-87F3F0B258A7}"/>
              </a:ext>
            </a:extLst>
          </p:cNvPr>
          <p:cNvGrpSpPr/>
          <p:nvPr userDrawn="1"/>
        </p:nvGrpSpPr>
        <p:grpSpPr>
          <a:xfrm>
            <a:off x="188962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B9872F-7771-4FF0-94AF-36D91B1E4C49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46B3BB4-B5D8-410C-A6CA-6D69568B6A0F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4C1E72-E711-4562-A552-41FEA909BB0B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B6F745C-C66F-4882-AB7E-4F8DA0743F19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13D59-7EB1-40EF-9B43-4967F25EC056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998" y="960583"/>
            <a:ext cx="5903004" cy="5303520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8962" y="1"/>
            <a:ext cx="6059438" cy="626066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188963" y="671267"/>
            <a:ext cx="590703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2C183AC3-D2F7-481E-AC17-59715D9D8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141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17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2" pos="393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d Title and Content">
    <p:bg>
      <p:bgPr>
        <a:solidFill>
          <a:srgbClr val="CC0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88963" y="1"/>
            <a:ext cx="11999586" cy="626066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188963" y="671267"/>
            <a:ext cx="1181407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2999" y="960583"/>
            <a:ext cx="11852461" cy="5653862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4C4D1BD-545C-4729-A158-BA845BBE2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aphic 6">
            <a:extLst>
              <a:ext uri="{FF2B5EF4-FFF2-40B4-BE49-F238E27FC236}">
                <a16:creationId xmlns:a16="http://schemas.microsoft.com/office/drawing/2014/main" id="{6C69AE39-E7F1-4011-9C8B-D0A56D7799A7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4EB4542-545D-4497-919D-C784BEC8F533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D0C865-0A9F-4FAA-8E63-270A30F6B4F5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E16D0-E0FD-4DC4-B497-A8538C6BBD9D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D38CDB3-6744-4504-9D5F-A48613BC0A05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44E9BA-11A2-4EAF-9AF3-D49BFDA99F85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13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Right Half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62305" y="960583"/>
            <a:ext cx="5598952" cy="5619679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58857" y="1"/>
            <a:ext cx="5733143" cy="626066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6458858" y="671267"/>
            <a:ext cx="527741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5018B90-1661-4C89-A826-BAF1A0A598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044684" y="6389578"/>
            <a:ext cx="982994" cy="289829"/>
            <a:chOff x="5783" y="3319"/>
            <a:chExt cx="2126" cy="627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14C58B46-BC31-477A-8953-33197C16C3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42" y="3332"/>
              <a:ext cx="743" cy="597"/>
            </a:xfrm>
            <a:custGeom>
              <a:avLst/>
              <a:gdLst>
                <a:gd name="T0" fmla="*/ 403 w 404"/>
                <a:gd name="T1" fmla="*/ 0 h 323"/>
                <a:gd name="T2" fmla="*/ 386 w 404"/>
                <a:gd name="T3" fmla="*/ 0 h 323"/>
                <a:gd name="T4" fmla="*/ 334 w 404"/>
                <a:gd name="T5" fmla="*/ 0 h 323"/>
                <a:gd name="T6" fmla="*/ 317 w 404"/>
                <a:gd name="T7" fmla="*/ 0 h 323"/>
                <a:gd name="T8" fmla="*/ 202 w 404"/>
                <a:gd name="T9" fmla="*/ 110 h 323"/>
                <a:gd name="T10" fmla="*/ 87 w 404"/>
                <a:gd name="T11" fmla="*/ 0 h 323"/>
                <a:gd name="T12" fmla="*/ 70 w 404"/>
                <a:gd name="T13" fmla="*/ 0 h 323"/>
                <a:gd name="T14" fmla="*/ 18 w 404"/>
                <a:gd name="T15" fmla="*/ 0 h 323"/>
                <a:gd name="T16" fmla="*/ 1 w 404"/>
                <a:gd name="T17" fmla="*/ 0 h 323"/>
                <a:gd name="T18" fmla="*/ 1 w 404"/>
                <a:gd name="T19" fmla="*/ 28 h 323"/>
                <a:gd name="T20" fmla="*/ 18 w 404"/>
                <a:gd name="T21" fmla="*/ 48 h 323"/>
                <a:gd name="T22" fmla="*/ 18 w 404"/>
                <a:gd name="T23" fmla="*/ 274 h 323"/>
                <a:gd name="T24" fmla="*/ 0 w 404"/>
                <a:gd name="T25" fmla="*/ 295 h 323"/>
                <a:gd name="T26" fmla="*/ 0 w 404"/>
                <a:gd name="T27" fmla="*/ 323 h 323"/>
                <a:gd name="T28" fmla="*/ 115 w 404"/>
                <a:gd name="T29" fmla="*/ 323 h 323"/>
                <a:gd name="T30" fmla="*/ 115 w 404"/>
                <a:gd name="T31" fmla="*/ 294 h 323"/>
                <a:gd name="T32" fmla="*/ 98 w 404"/>
                <a:gd name="T33" fmla="*/ 270 h 323"/>
                <a:gd name="T34" fmla="*/ 98 w 404"/>
                <a:gd name="T35" fmla="*/ 125 h 323"/>
                <a:gd name="T36" fmla="*/ 195 w 404"/>
                <a:gd name="T37" fmla="*/ 218 h 323"/>
                <a:gd name="T38" fmla="*/ 202 w 404"/>
                <a:gd name="T39" fmla="*/ 225 h 323"/>
                <a:gd name="T40" fmla="*/ 306 w 404"/>
                <a:gd name="T41" fmla="*/ 125 h 323"/>
                <a:gd name="T42" fmla="*/ 306 w 404"/>
                <a:gd name="T43" fmla="*/ 274 h 323"/>
                <a:gd name="T44" fmla="*/ 289 w 404"/>
                <a:gd name="T45" fmla="*/ 295 h 323"/>
                <a:gd name="T46" fmla="*/ 289 w 404"/>
                <a:gd name="T47" fmla="*/ 323 h 323"/>
                <a:gd name="T48" fmla="*/ 334 w 404"/>
                <a:gd name="T49" fmla="*/ 323 h 323"/>
                <a:gd name="T50" fmla="*/ 334 w 404"/>
                <a:gd name="T51" fmla="*/ 323 h 323"/>
                <a:gd name="T52" fmla="*/ 404 w 404"/>
                <a:gd name="T53" fmla="*/ 323 h 323"/>
                <a:gd name="T54" fmla="*/ 404 w 404"/>
                <a:gd name="T55" fmla="*/ 294 h 323"/>
                <a:gd name="T56" fmla="*/ 386 w 404"/>
                <a:gd name="T57" fmla="*/ 270 h 323"/>
                <a:gd name="T58" fmla="*/ 386 w 404"/>
                <a:gd name="T59" fmla="*/ 270 h 323"/>
                <a:gd name="T60" fmla="*/ 386 w 404"/>
                <a:gd name="T61" fmla="*/ 51 h 323"/>
                <a:gd name="T62" fmla="*/ 403 w 404"/>
                <a:gd name="T63" fmla="*/ 28 h 323"/>
                <a:gd name="T64" fmla="*/ 403 w 404"/>
                <a:gd name="T65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4" h="323">
                  <a:moveTo>
                    <a:pt x="403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4" y="0"/>
                    <a:pt x="334" y="0"/>
                    <a:pt x="334" y="0"/>
                  </a:cubicBezTo>
                  <a:cubicBezTo>
                    <a:pt x="317" y="0"/>
                    <a:pt x="317" y="0"/>
                    <a:pt x="317" y="0"/>
                  </a:cubicBezTo>
                  <a:cubicBezTo>
                    <a:pt x="202" y="110"/>
                    <a:pt x="202" y="110"/>
                    <a:pt x="202" y="11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7" y="33"/>
                    <a:pt x="18" y="48"/>
                  </a:cubicBezTo>
                  <a:cubicBezTo>
                    <a:pt x="18" y="274"/>
                    <a:pt x="18" y="274"/>
                    <a:pt x="18" y="274"/>
                  </a:cubicBezTo>
                  <a:cubicBezTo>
                    <a:pt x="16" y="294"/>
                    <a:pt x="0" y="295"/>
                    <a:pt x="0" y="295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115" y="323"/>
                    <a:pt x="115" y="323"/>
                    <a:pt x="115" y="323"/>
                  </a:cubicBezTo>
                  <a:cubicBezTo>
                    <a:pt x="115" y="294"/>
                    <a:pt x="115" y="294"/>
                    <a:pt x="115" y="294"/>
                  </a:cubicBezTo>
                  <a:cubicBezTo>
                    <a:pt x="115" y="294"/>
                    <a:pt x="98" y="293"/>
                    <a:pt x="98" y="270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195" y="218"/>
                    <a:pt x="195" y="218"/>
                    <a:pt x="195" y="218"/>
                  </a:cubicBezTo>
                  <a:cubicBezTo>
                    <a:pt x="202" y="225"/>
                    <a:pt x="202" y="225"/>
                    <a:pt x="202" y="225"/>
                  </a:cubicBezTo>
                  <a:cubicBezTo>
                    <a:pt x="306" y="125"/>
                    <a:pt x="306" y="125"/>
                    <a:pt x="306" y="125"/>
                  </a:cubicBezTo>
                  <a:cubicBezTo>
                    <a:pt x="306" y="274"/>
                    <a:pt x="306" y="274"/>
                    <a:pt x="306" y="274"/>
                  </a:cubicBezTo>
                  <a:cubicBezTo>
                    <a:pt x="304" y="294"/>
                    <a:pt x="289" y="295"/>
                    <a:pt x="289" y="295"/>
                  </a:cubicBezTo>
                  <a:cubicBezTo>
                    <a:pt x="289" y="323"/>
                    <a:pt x="289" y="323"/>
                    <a:pt x="289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404" y="323"/>
                    <a:pt x="404" y="323"/>
                    <a:pt x="404" y="323"/>
                  </a:cubicBezTo>
                  <a:cubicBezTo>
                    <a:pt x="404" y="294"/>
                    <a:pt x="404" y="294"/>
                    <a:pt x="404" y="294"/>
                  </a:cubicBezTo>
                  <a:cubicBezTo>
                    <a:pt x="404" y="294"/>
                    <a:pt x="386" y="293"/>
                    <a:pt x="386" y="270"/>
                  </a:cubicBezTo>
                  <a:cubicBezTo>
                    <a:pt x="386" y="270"/>
                    <a:pt x="386" y="270"/>
                    <a:pt x="386" y="270"/>
                  </a:cubicBezTo>
                  <a:cubicBezTo>
                    <a:pt x="386" y="51"/>
                    <a:pt x="386" y="51"/>
                    <a:pt x="386" y="51"/>
                  </a:cubicBezTo>
                  <a:cubicBezTo>
                    <a:pt x="388" y="30"/>
                    <a:pt x="403" y="28"/>
                    <a:pt x="403" y="28"/>
                  </a:cubicBezTo>
                  <a:cubicBezTo>
                    <a:pt x="403" y="0"/>
                    <a:pt x="403" y="0"/>
                    <a:pt x="40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686AD01-2B38-41B1-B61F-7C7C998A90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7" y="3332"/>
              <a:ext cx="605" cy="608"/>
            </a:xfrm>
            <a:custGeom>
              <a:avLst/>
              <a:gdLst>
                <a:gd name="T0" fmla="*/ 284 w 329"/>
                <a:gd name="T1" fmla="*/ 0 h 329"/>
                <a:gd name="T2" fmla="*/ 232 w 329"/>
                <a:gd name="T3" fmla="*/ 0 h 329"/>
                <a:gd name="T4" fmla="*/ 215 w 329"/>
                <a:gd name="T5" fmla="*/ 0 h 329"/>
                <a:gd name="T6" fmla="*/ 215 w 329"/>
                <a:gd name="T7" fmla="*/ 28 h 329"/>
                <a:gd name="T8" fmla="*/ 232 w 329"/>
                <a:gd name="T9" fmla="*/ 48 h 329"/>
                <a:gd name="T10" fmla="*/ 232 w 329"/>
                <a:gd name="T11" fmla="*/ 179 h 329"/>
                <a:gd name="T12" fmla="*/ 167 w 329"/>
                <a:gd name="T13" fmla="*/ 254 h 329"/>
                <a:gd name="T14" fmla="*/ 97 w 329"/>
                <a:gd name="T15" fmla="*/ 179 h 329"/>
                <a:gd name="T16" fmla="*/ 97 w 329"/>
                <a:gd name="T17" fmla="*/ 55 h 329"/>
                <a:gd name="T18" fmla="*/ 97 w 329"/>
                <a:gd name="T19" fmla="*/ 55 h 329"/>
                <a:gd name="T20" fmla="*/ 115 w 329"/>
                <a:gd name="T21" fmla="*/ 28 h 329"/>
                <a:gd name="T22" fmla="*/ 115 w 329"/>
                <a:gd name="T23" fmla="*/ 0 h 329"/>
                <a:gd name="T24" fmla="*/ 97 w 329"/>
                <a:gd name="T25" fmla="*/ 0 h 329"/>
                <a:gd name="T26" fmla="*/ 69 w 329"/>
                <a:gd name="T27" fmla="*/ 0 h 329"/>
                <a:gd name="T28" fmla="*/ 70 w 329"/>
                <a:gd name="T29" fmla="*/ 0 h 329"/>
                <a:gd name="T30" fmla="*/ 17 w 329"/>
                <a:gd name="T31" fmla="*/ 0 h 329"/>
                <a:gd name="T32" fmla="*/ 0 w 329"/>
                <a:gd name="T33" fmla="*/ 0 h 329"/>
                <a:gd name="T34" fmla="*/ 0 w 329"/>
                <a:gd name="T35" fmla="*/ 28 h 329"/>
                <a:gd name="T36" fmla="*/ 17 w 329"/>
                <a:gd name="T37" fmla="*/ 48 h 329"/>
                <a:gd name="T38" fmla="*/ 17 w 329"/>
                <a:gd name="T39" fmla="*/ 48 h 329"/>
                <a:gd name="T40" fmla="*/ 17 w 329"/>
                <a:gd name="T41" fmla="*/ 184 h 329"/>
                <a:gd name="T42" fmla="*/ 167 w 329"/>
                <a:gd name="T43" fmla="*/ 329 h 329"/>
                <a:gd name="T44" fmla="*/ 312 w 329"/>
                <a:gd name="T45" fmla="*/ 184 h 329"/>
                <a:gd name="T46" fmla="*/ 312 w 329"/>
                <a:gd name="T47" fmla="*/ 50 h 329"/>
                <a:gd name="T48" fmla="*/ 329 w 329"/>
                <a:gd name="T49" fmla="*/ 28 h 329"/>
                <a:gd name="T50" fmla="*/ 329 w 329"/>
                <a:gd name="T51" fmla="*/ 0 h 329"/>
                <a:gd name="T52" fmla="*/ 312 w 329"/>
                <a:gd name="T53" fmla="*/ 0 h 329"/>
                <a:gd name="T54" fmla="*/ 284 w 329"/>
                <a:gd name="T55" fmla="*/ 0 h 329"/>
                <a:gd name="T56" fmla="*/ 284 w 329"/>
                <a:gd name="T57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9" h="329">
                  <a:moveTo>
                    <a:pt x="28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5" y="28"/>
                    <a:pt x="231" y="33"/>
                    <a:pt x="232" y="48"/>
                  </a:cubicBezTo>
                  <a:cubicBezTo>
                    <a:pt x="232" y="179"/>
                    <a:pt x="232" y="179"/>
                    <a:pt x="232" y="179"/>
                  </a:cubicBezTo>
                  <a:cubicBezTo>
                    <a:pt x="232" y="225"/>
                    <a:pt x="215" y="254"/>
                    <a:pt x="167" y="254"/>
                  </a:cubicBezTo>
                  <a:cubicBezTo>
                    <a:pt x="121" y="254"/>
                    <a:pt x="97" y="226"/>
                    <a:pt x="97" y="179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30"/>
                    <a:pt x="115" y="28"/>
                    <a:pt x="115" y="28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7" y="33"/>
                    <a:pt x="17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184"/>
                    <a:pt x="17" y="184"/>
                    <a:pt x="17" y="184"/>
                  </a:cubicBezTo>
                  <a:cubicBezTo>
                    <a:pt x="17" y="268"/>
                    <a:pt x="70" y="329"/>
                    <a:pt x="167" y="329"/>
                  </a:cubicBezTo>
                  <a:cubicBezTo>
                    <a:pt x="265" y="329"/>
                    <a:pt x="312" y="262"/>
                    <a:pt x="312" y="184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4" y="30"/>
                    <a:pt x="329" y="28"/>
                    <a:pt x="329" y="28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84" y="0"/>
                    <a:pt x="284" y="0"/>
                    <a:pt x="28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C563251B-2266-4A84-ACFD-63AD339E5B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83" y="3319"/>
              <a:ext cx="580" cy="627"/>
            </a:xfrm>
            <a:custGeom>
              <a:avLst/>
              <a:gdLst>
                <a:gd name="T0" fmla="*/ 155 w 315"/>
                <a:gd name="T1" fmla="*/ 0 h 339"/>
                <a:gd name="T2" fmla="*/ 107 w 315"/>
                <a:gd name="T3" fmla="*/ 3 h 339"/>
                <a:gd name="T4" fmla="*/ 0 w 315"/>
                <a:gd name="T5" fmla="*/ 102 h 339"/>
                <a:gd name="T6" fmla="*/ 70 w 315"/>
                <a:gd name="T7" fmla="*/ 187 h 339"/>
                <a:gd name="T8" fmla="*/ 202 w 315"/>
                <a:gd name="T9" fmla="*/ 205 h 339"/>
                <a:gd name="T10" fmla="*/ 233 w 315"/>
                <a:gd name="T11" fmla="*/ 238 h 339"/>
                <a:gd name="T12" fmla="*/ 200 w 315"/>
                <a:gd name="T13" fmla="*/ 264 h 339"/>
                <a:gd name="T14" fmla="*/ 152 w 315"/>
                <a:gd name="T15" fmla="*/ 268 h 339"/>
                <a:gd name="T16" fmla="*/ 106 w 315"/>
                <a:gd name="T17" fmla="*/ 264 h 339"/>
                <a:gd name="T18" fmla="*/ 57 w 315"/>
                <a:gd name="T19" fmla="*/ 226 h 339"/>
                <a:gd name="T20" fmla="*/ 6 w 315"/>
                <a:gd name="T21" fmla="*/ 226 h 339"/>
                <a:gd name="T22" fmla="*/ 7 w 315"/>
                <a:gd name="T23" fmla="*/ 329 h 339"/>
                <a:gd name="T24" fmla="*/ 34 w 315"/>
                <a:gd name="T25" fmla="*/ 329 h 339"/>
                <a:gd name="T26" fmla="*/ 48 w 315"/>
                <a:gd name="T27" fmla="*/ 318 h 339"/>
                <a:gd name="T28" fmla="*/ 54 w 315"/>
                <a:gd name="T29" fmla="*/ 319 h 339"/>
                <a:gd name="T30" fmla="*/ 148 w 315"/>
                <a:gd name="T31" fmla="*/ 338 h 339"/>
                <a:gd name="T32" fmla="*/ 162 w 315"/>
                <a:gd name="T33" fmla="*/ 339 h 339"/>
                <a:gd name="T34" fmla="*/ 262 w 315"/>
                <a:gd name="T35" fmla="*/ 318 h 339"/>
                <a:gd name="T36" fmla="*/ 312 w 315"/>
                <a:gd name="T37" fmla="*/ 236 h 339"/>
                <a:gd name="T38" fmla="*/ 224 w 315"/>
                <a:gd name="T39" fmla="*/ 135 h 339"/>
                <a:gd name="T40" fmla="*/ 117 w 315"/>
                <a:gd name="T41" fmla="*/ 121 h 339"/>
                <a:gd name="T42" fmla="*/ 78 w 315"/>
                <a:gd name="T43" fmla="*/ 97 h 339"/>
                <a:gd name="T44" fmla="*/ 107 w 315"/>
                <a:gd name="T45" fmla="*/ 73 h 339"/>
                <a:gd name="T46" fmla="*/ 161 w 315"/>
                <a:gd name="T47" fmla="*/ 67 h 339"/>
                <a:gd name="T48" fmla="*/ 212 w 315"/>
                <a:gd name="T49" fmla="*/ 73 h 339"/>
                <a:gd name="T50" fmla="*/ 251 w 315"/>
                <a:gd name="T51" fmla="*/ 95 h 339"/>
                <a:gd name="T52" fmla="*/ 296 w 315"/>
                <a:gd name="T53" fmla="*/ 94 h 339"/>
                <a:gd name="T54" fmla="*/ 296 w 315"/>
                <a:gd name="T55" fmla="*/ 7 h 339"/>
                <a:gd name="T56" fmla="*/ 272 w 315"/>
                <a:gd name="T57" fmla="*/ 7 h 339"/>
                <a:gd name="T58" fmla="*/ 259 w 315"/>
                <a:gd name="T59" fmla="*/ 13 h 339"/>
                <a:gd name="T60" fmla="*/ 255 w 315"/>
                <a:gd name="T61" fmla="*/ 13 h 339"/>
                <a:gd name="T62" fmla="*/ 155 w 315"/>
                <a:gd name="T63" fmla="*/ 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339">
                  <a:moveTo>
                    <a:pt x="155" y="0"/>
                  </a:moveTo>
                  <a:cubicBezTo>
                    <a:pt x="141" y="0"/>
                    <a:pt x="119" y="1"/>
                    <a:pt x="107" y="3"/>
                  </a:cubicBezTo>
                  <a:cubicBezTo>
                    <a:pt x="56" y="9"/>
                    <a:pt x="0" y="39"/>
                    <a:pt x="0" y="102"/>
                  </a:cubicBezTo>
                  <a:cubicBezTo>
                    <a:pt x="0" y="146"/>
                    <a:pt x="20" y="175"/>
                    <a:pt x="70" y="187"/>
                  </a:cubicBezTo>
                  <a:cubicBezTo>
                    <a:pt x="126" y="201"/>
                    <a:pt x="175" y="201"/>
                    <a:pt x="202" y="205"/>
                  </a:cubicBezTo>
                  <a:cubicBezTo>
                    <a:pt x="228" y="210"/>
                    <a:pt x="234" y="224"/>
                    <a:pt x="233" y="238"/>
                  </a:cubicBezTo>
                  <a:cubicBezTo>
                    <a:pt x="232" y="252"/>
                    <a:pt x="214" y="261"/>
                    <a:pt x="200" y="264"/>
                  </a:cubicBezTo>
                  <a:cubicBezTo>
                    <a:pt x="192" y="266"/>
                    <a:pt x="168" y="268"/>
                    <a:pt x="152" y="268"/>
                  </a:cubicBezTo>
                  <a:cubicBezTo>
                    <a:pt x="138" y="268"/>
                    <a:pt x="120" y="267"/>
                    <a:pt x="106" y="264"/>
                  </a:cubicBezTo>
                  <a:cubicBezTo>
                    <a:pt x="70" y="255"/>
                    <a:pt x="57" y="226"/>
                    <a:pt x="57" y="226"/>
                  </a:cubicBezTo>
                  <a:cubicBezTo>
                    <a:pt x="6" y="226"/>
                    <a:pt x="6" y="226"/>
                    <a:pt x="6" y="226"/>
                  </a:cubicBezTo>
                  <a:cubicBezTo>
                    <a:pt x="7" y="329"/>
                    <a:pt x="7" y="329"/>
                    <a:pt x="7" y="329"/>
                  </a:cubicBezTo>
                  <a:cubicBezTo>
                    <a:pt x="34" y="329"/>
                    <a:pt x="34" y="329"/>
                    <a:pt x="34" y="329"/>
                  </a:cubicBezTo>
                  <a:cubicBezTo>
                    <a:pt x="34" y="329"/>
                    <a:pt x="37" y="318"/>
                    <a:pt x="48" y="318"/>
                  </a:cubicBezTo>
                  <a:cubicBezTo>
                    <a:pt x="50" y="318"/>
                    <a:pt x="52" y="318"/>
                    <a:pt x="54" y="319"/>
                  </a:cubicBezTo>
                  <a:cubicBezTo>
                    <a:pt x="80" y="330"/>
                    <a:pt x="121" y="338"/>
                    <a:pt x="148" y="338"/>
                  </a:cubicBezTo>
                  <a:cubicBezTo>
                    <a:pt x="153" y="339"/>
                    <a:pt x="158" y="339"/>
                    <a:pt x="162" y="339"/>
                  </a:cubicBezTo>
                  <a:cubicBezTo>
                    <a:pt x="197" y="339"/>
                    <a:pt x="236" y="334"/>
                    <a:pt x="262" y="318"/>
                  </a:cubicBezTo>
                  <a:cubicBezTo>
                    <a:pt x="287" y="302"/>
                    <a:pt x="308" y="277"/>
                    <a:pt x="312" y="236"/>
                  </a:cubicBezTo>
                  <a:cubicBezTo>
                    <a:pt x="315" y="192"/>
                    <a:pt x="288" y="147"/>
                    <a:pt x="224" y="135"/>
                  </a:cubicBezTo>
                  <a:cubicBezTo>
                    <a:pt x="168" y="125"/>
                    <a:pt x="138" y="125"/>
                    <a:pt x="117" y="121"/>
                  </a:cubicBezTo>
                  <a:cubicBezTo>
                    <a:pt x="96" y="118"/>
                    <a:pt x="79" y="110"/>
                    <a:pt x="78" y="97"/>
                  </a:cubicBezTo>
                  <a:cubicBezTo>
                    <a:pt x="78" y="85"/>
                    <a:pt x="91" y="77"/>
                    <a:pt x="107" y="73"/>
                  </a:cubicBezTo>
                  <a:cubicBezTo>
                    <a:pt x="122" y="69"/>
                    <a:pt x="146" y="67"/>
                    <a:pt x="161" y="67"/>
                  </a:cubicBezTo>
                  <a:cubicBezTo>
                    <a:pt x="178" y="67"/>
                    <a:pt x="198" y="69"/>
                    <a:pt x="212" y="73"/>
                  </a:cubicBezTo>
                  <a:cubicBezTo>
                    <a:pt x="237" y="79"/>
                    <a:pt x="251" y="95"/>
                    <a:pt x="251" y="95"/>
                  </a:cubicBezTo>
                  <a:cubicBezTo>
                    <a:pt x="252" y="95"/>
                    <a:pt x="296" y="94"/>
                    <a:pt x="296" y="94"/>
                  </a:cubicBezTo>
                  <a:cubicBezTo>
                    <a:pt x="296" y="7"/>
                    <a:pt x="296" y="7"/>
                    <a:pt x="296" y="7"/>
                  </a:cubicBezTo>
                  <a:cubicBezTo>
                    <a:pt x="272" y="7"/>
                    <a:pt x="272" y="7"/>
                    <a:pt x="272" y="7"/>
                  </a:cubicBezTo>
                  <a:cubicBezTo>
                    <a:pt x="272" y="7"/>
                    <a:pt x="270" y="13"/>
                    <a:pt x="259" y="13"/>
                  </a:cubicBezTo>
                  <a:cubicBezTo>
                    <a:pt x="258" y="13"/>
                    <a:pt x="256" y="13"/>
                    <a:pt x="255" y="13"/>
                  </a:cubicBezTo>
                  <a:cubicBezTo>
                    <a:pt x="217" y="4"/>
                    <a:pt x="183" y="0"/>
                    <a:pt x="1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C17FF24-57DA-4C38-9F5F-6BA588B6A0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35" y="3855"/>
              <a:ext cx="74" cy="74"/>
            </a:xfrm>
            <a:custGeom>
              <a:avLst/>
              <a:gdLst>
                <a:gd name="T0" fmla="*/ 40 w 40"/>
                <a:gd name="T1" fmla="*/ 20 h 40"/>
                <a:gd name="T2" fmla="*/ 20 w 40"/>
                <a:gd name="T3" fmla="*/ 40 h 40"/>
                <a:gd name="T4" fmla="*/ 0 w 40"/>
                <a:gd name="T5" fmla="*/ 20 h 40"/>
                <a:gd name="T6" fmla="*/ 20 w 40"/>
                <a:gd name="T7" fmla="*/ 0 h 40"/>
                <a:gd name="T8" fmla="*/ 40 w 40"/>
                <a:gd name="T9" fmla="*/ 20 h 40"/>
                <a:gd name="T10" fmla="*/ 37 w 40"/>
                <a:gd name="T11" fmla="*/ 20 h 40"/>
                <a:gd name="T12" fmla="*/ 20 w 40"/>
                <a:gd name="T13" fmla="*/ 3 h 40"/>
                <a:gd name="T14" fmla="*/ 3 w 40"/>
                <a:gd name="T15" fmla="*/ 20 h 40"/>
                <a:gd name="T16" fmla="*/ 20 w 40"/>
                <a:gd name="T17" fmla="*/ 38 h 40"/>
                <a:gd name="T18" fmla="*/ 37 w 40"/>
                <a:gd name="T19" fmla="*/ 20 h 40"/>
                <a:gd name="T20" fmla="*/ 16 w 40"/>
                <a:gd name="T21" fmla="*/ 32 h 40"/>
                <a:gd name="T22" fmla="*/ 13 w 40"/>
                <a:gd name="T23" fmla="*/ 32 h 40"/>
                <a:gd name="T24" fmla="*/ 13 w 40"/>
                <a:gd name="T25" fmla="*/ 8 h 40"/>
                <a:gd name="T26" fmla="*/ 22 w 40"/>
                <a:gd name="T27" fmla="*/ 8 h 40"/>
                <a:gd name="T28" fmla="*/ 30 w 40"/>
                <a:gd name="T29" fmla="*/ 15 h 40"/>
                <a:gd name="T30" fmla="*/ 24 w 40"/>
                <a:gd name="T31" fmla="*/ 22 h 40"/>
                <a:gd name="T32" fmla="*/ 31 w 40"/>
                <a:gd name="T33" fmla="*/ 32 h 40"/>
                <a:gd name="T34" fmla="*/ 27 w 40"/>
                <a:gd name="T35" fmla="*/ 32 h 40"/>
                <a:gd name="T36" fmla="*/ 21 w 40"/>
                <a:gd name="T37" fmla="*/ 22 h 40"/>
                <a:gd name="T38" fmla="*/ 16 w 40"/>
                <a:gd name="T39" fmla="*/ 22 h 40"/>
                <a:gd name="T40" fmla="*/ 16 w 40"/>
                <a:gd name="T41" fmla="*/ 32 h 40"/>
                <a:gd name="T42" fmla="*/ 20 w 40"/>
                <a:gd name="T43" fmla="*/ 19 h 40"/>
                <a:gd name="T44" fmla="*/ 26 w 40"/>
                <a:gd name="T45" fmla="*/ 15 h 40"/>
                <a:gd name="T46" fmla="*/ 21 w 40"/>
                <a:gd name="T47" fmla="*/ 11 h 40"/>
                <a:gd name="T48" fmla="*/ 16 w 40"/>
                <a:gd name="T49" fmla="*/ 11 h 40"/>
                <a:gd name="T50" fmla="*/ 16 w 40"/>
                <a:gd name="T51" fmla="*/ 19 h 40"/>
                <a:gd name="T52" fmla="*/ 20 w 40"/>
                <a:gd name="T53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" h="40">
                  <a:moveTo>
                    <a:pt x="40" y="20"/>
                  </a:move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lose/>
                  <a:moveTo>
                    <a:pt x="37" y="20"/>
                  </a:moveTo>
                  <a:cubicBezTo>
                    <a:pt x="37" y="10"/>
                    <a:pt x="30" y="3"/>
                    <a:pt x="20" y="3"/>
                  </a:cubicBezTo>
                  <a:cubicBezTo>
                    <a:pt x="10" y="3"/>
                    <a:pt x="3" y="10"/>
                    <a:pt x="3" y="20"/>
                  </a:cubicBezTo>
                  <a:cubicBezTo>
                    <a:pt x="3" y="30"/>
                    <a:pt x="10" y="38"/>
                    <a:pt x="20" y="38"/>
                  </a:cubicBezTo>
                  <a:cubicBezTo>
                    <a:pt x="30" y="38"/>
                    <a:pt x="37" y="30"/>
                    <a:pt x="37" y="20"/>
                  </a:cubicBezTo>
                  <a:close/>
                  <a:moveTo>
                    <a:pt x="16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7" y="8"/>
                    <a:pt x="30" y="11"/>
                    <a:pt x="30" y="15"/>
                  </a:cubicBezTo>
                  <a:cubicBezTo>
                    <a:pt x="30" y="19"/>
                    <a:pt x="27" y="21"/>
                    <a:pt x="24" y="2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6" y="22"/>
                    <a:pt x="16" y="22"/>
                    <a:pt x="16" y="22"/>
                  </a:cubicBezTo>
                  <a:lnTo>
                    <a:pt x="16" y="32"/>
                  </a:lnTo>
                  <a:close/>
                  <a:moveTo>
                    <a:pt x="20" y="19"/>
                  </a:moveTo>
                  <a:cubicBezTo>
                    <a:pt x="23" y="19"/>
                    <a:pt x="26" y="19"/>
                    <a:pt x="26" y="15"/>
                  </a:cubicBezTo>
                  <a:cubicBezTo>
                    <a:pt x="26" y="11"/>
                    <a:pt x="24" y="11"/>
                    <a:pt x="21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9"/>
                    <a:pt x="16" y="19"/>
                    <a:pt x="16" y="19"/>
                  </a:cubicBezTo>
                  <a:lnTo>
                    <a:pt x="2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09633FA5-09EA-4052-BCDF-15233BD76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55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Left Half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8963" y="960583"/>
            <a:ext cx="5120641" cy="5303520"/>
          </a:xfrm>
          <a:prstGeom prst="rect">
            <a:avLst/>
          </a:prstGeom>
        </p:spPr>
        <p:txBody>
          <a:bodyPr lIns="0" rIns="0" anchor="t"/>
          <a:lstStyle>
            <a:lvl1pPr>
              <a:spcAft>
                <a:spcPts val="1189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1189"/>
              </a:spcAft>
              <a:defRPr>
                <a:solidFill>
                  <a:schemeClr val="bg1"/>
                </a:solidFill>
              </a:defRPr>
            </a:lvl2pPr>
            <a:lvl3pPr>
              <a:spcAft>
                <a:spcPts val="1189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189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189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8964" y="-1"/>
            <a:ext cx="5396259" cy="626067"/>
          </a:xfrm>
        </p:spPr>
        <p:txBody>
          <a:bodyPr wrap="none"/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188962" y="671267"/>
            <a:ext cx="54163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65B8D65B-9FC2-4E1F-BC98-5C27EE1EB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141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aphic 6">
            <a:extLst>
              <a:ext uri="{FF2B5EF4-FFF2-40B4-BE49-F238E27FC236}">
                <a16:creationId xmlns:a16="http://schemas.microsoft.com/office/drawing/2014/main" id="{C8680709-E70A-4369-89F1-88234A583C36}"/>
              </a:ext>
            </a:extLst>
          </p:cNvPr>
          <p:cNvGrpSpPr/>
          <p:nvPr userDrawn="1"/>
        </p:nvGrpSpPr>
        <p:grpSpPr>
          <a:xfrm>
            <a:off x="188962" y="6384416"/>
            <a:ext cx="987810" cy="292608"/>
            <a:chOff x="4710906" y="3597973"/>
            <a:chExt cx="2760252" cy="81915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AC0D87-2692-407B-AC83-E889EC1BE6B0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79F36B8-C2A5-453B-89BF-EBABA1B5D6B6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403BCE-5B9C-4570-9AD9-9D2A12809A30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CAC39AB-173B-4C53-8054-DB5C88DF444C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045E44-058B-4555-9B45-B9A3D8F33412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529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 Blank">
    <p:bg>
      <p:bgPr>
        <a:solidFill>
          <a:srgbClr val="CC0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C2FF7-3372-4297-A15F-644DDA99F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700976-5994-4CB4-9470-8A781B7554A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044684" y="6389578"/>
            <a:ext cx="982994" cy="289829"/>
            <a:chOff x="5783" y="3319"/>
            <a:chExt cx="2126" cy="627"/>
          </a:xfrm>
          <a:solidFill>
            <a:schemeClr val="bg1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2791F9-9884-4103-84CC-CA73D5D9B8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42" y="3332"/>
              <a:ext cx="743" cy="597"/>
            </a:xfrm>
            <a:custGeom>
              <a:avLst/>
              <a:gdLst>
                <a:gd name="T0" fmla="*/ 403 w 404"/>
                <a:gd name="T1" fmla="*/ 0 h 323"/>
                <a:gd name="T2" fmla="*/ 386 w 404"/>
                <a:gd name="T3" fmla="*/ 0 h 323"/>
                <a:gd name="T4" fmla="*/ 334 w 404"/>
                <a:gd name="T5" fmla="*/ 0 h 323"/>
                <a:gd name="T6" fmla="*/ 317 w 404"/>
                <a:gd name="T7" fmla="*/ 0 h 323"/>
                <a:gd name="T8" fmla="*/ 202 w 404"/>
                <a:gd name="T9" fmla="*/ 110 h 323"/>
                <a:gd name="T10" fmla="*/ 87 w 404"/>
                <a:gd name="T11" fmla="*/ 0 h 323"/>
                <a:gd name="T12" fmla="*/ 70 w 404"/>
                <a:gd name="T13" fmla="*/ 0 h 323"/>
                <a:gd name="T14" fmla="*/ 18 w 404"/>
                <a:gd name="T15" fmla="*/ 0 h 323"/>
                <a:gd name="T16" fmla="*/ 1 w 404"/>
                <a:gd name="T17" fmla="*/ 0 h 323"/>
                <a:gd name="T18" fmla="*/ 1 w 404"/>
                <a:gd name="T19" fmla="*/ 28 h 323"/>
                <a:gd name="T20" fmla="*/ 18 w 404"/>
                <a:gd name="T21" fmla="*/ 48 h 323"/>
                <a:gd name="T22" fmla="*/ 18 w 404"/>
                <a:gd name="T23" fmla="*/ 274 h 323"/>
                <a:gd name="T24" fmla="*/ 0 w 404"/>
                <a:gd name="T25" fmla="*/ 295 h 323"/>
                <a:gd name="T26" fmla="*/ 0 w 404"/>
                <a:gd name="T27" fmla="*/ 323 h 323"/>
                <a:gd name="T28" fmla="*/ 115 w 404"/>
                <a:gd name="T29" fmla="*/ 323 h 323"/>
                <a:gd name="T30" fmla="*/ 115 w 404"/>
                <a:gd name="T31" fmla="*/ 294 h 323"/>
                <a:gd name="T32" fmla="*/ 98 w 404"/>
                <a:gd name="T33" fmla="*/ 270 h 323"/>
                <a:gd name="T34" fmla="*/ 98 w 404"/>
                <a:gd name="T35" fmla="*/ 125 h 323"/>
                <a:gd name="T36" fmla="*/ 195 w 404"/>
                <a:gd name="T37" fmla="*/ 218 h 323"/>
                <a:gd name="T38" fmla="*/ 202 w 404"/>
                <a:gd name="T39" fmla="*/ 225 h 323"/>
                <a:gd name="T40" fmla="*/ 306 w 404"/>
                <a:gd name="T41" fmla="*/ 125 h 323"/>
                <a:gd name="T42" fmla="*/ 306 w 404"/>
                <a:gd name="T43" fmla="*/ 274 h 323"/>
                <a:gd name="T44" fmla="*/ 289 w 404"/>
                <a:gd name="T45" fmla="*/ 295 h 323"/>
                <a:gd name="T46" fmla="*/ 289 w 404"/>
                <a:gd name="T47" fmla="*/ 323 h 323"/>
                <a:gd name="T48" fmla="*/ 334 w 404"/>
                <a:gd name="T49" fmla="*/ 323 h 323"/>
                <a:gd name="T50" fmla="*/ 334 w 404"/>
                <a:gd name="T51" fmla="*/ 323 h 323"/>
                <a:gd name="T52" fmla="*/ 404 w 404"/>
                <a:gd name="T53" fmla="*/ 323 h 323"/>
                <a:gd name="T54" fmla="*/ 404 w 404"/>
                <a:gd name="T55" fmla="*/ 294 h 323"/>
                <a:gd name="T56" fmla="*/ 386 w 404"/>
                <a:gd name="T57" fmla="*/ 270 h 323"/>
                <a:gd name="T58" fmla="*/ 386 w 404"/>
                <a:gd name="T59" fmla="*/ 270 h 323"/>
                <a:gd name="T60" fmla="*/ 386 w 404"/>
                <a:gd name="T61" fmla="*/ 51 h 323"/>
                <a:gd name="T62" fmla="*/ 403 w 404"/>
                <a:gd name="T63" fmla="*/ 28 h 323"/>
                <a:gd name="T64" fmla="*/ 403 w 404"/>
                <a:gd name="T65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4" h="323">
                  <a:moveTo>
                    <a:pt x="403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4" y="0"/>
                    <a:pt x="334" y="0"/>
                    <a:pt x="334" y="0"/>
                  </a:cubicBezTo>
                  <a:cubicBezTo>
                    <a:pt x="317" y="0"/>
                    <a:pt x="317" y="0"/>
                    <a:pt x="317" y="0"/>
                  </a:cubicBezTo>
                  <a:cubicBezTo>
                    <a:pt x="202" y="110"/>
                    <a:pt x="202" y="110"/>
                    <a:pt x="202" y="11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7" y="33"/>
                    <a:pt x="18" y="48"/>
                  </a:cubicBezTo>
                  <a:cubicBezTo>
                    <a:pt x="18" y="274"/>
                    <a:pt x="18" y="274"/>
                    <a:pt x="18" y="274"/>
                  </a:cubicBezTo>
                  <a:cubicBezTo>
                    <a:pt x="16" y="294"/>
                    <a:pt x="0" y="295"/>
                    <a:pt x="0" y="295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115" y="323"/>
                    <a:pt x="115" y="323"/>
                    <a:pt x="115" y="323"/>
                  </a:cubicBezTo>
                  <a:cubicBezTo>
                    <a:pt x="115" y="294"/>
                    <a:pt x="115" y="294"/>
                    <a:pt x="115" y="294"/>
                  </a:cubicBezTo>
                  <a:cubicBezTo>
                    <a:pt x="115" y="294"/>
                    <a:pt x="98" y="293"/>
                    <a:pt x="98" y="270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195" y="218"/>
                    <a:pt x="195" y="218"/>
                    <a:pt x="195" y="218"/>
                  </a:cubicBezTo>
                  <a:cubicBezTo>
                    <a:pt x="202" y="225"/>
                    <a:pt x="202" y="225"/>
                    <a:pt x="202" y="225"/>
                  </a:cubicBezTo>
                  <a:cubicBezTo>
                    <a:pt x="306" y="125"/>
                    <a:pt x="306" y="125"/>
                    <a:pt x="306" y="125"/>
                  </a:cubicBezTo>
                  <a:cubicBezTo>
                    <a:pt x="306" y="274"/>
                    <a:pt x="306" y="274"/>
                    <a:pt x="306" y="274"/>
                  </a:cubicBezTo>
                  <a:cubicBezTo>
                    <a:pt x="304" y="294"/>
                    <a:pt x="289" y="295"/>
                    <a:pt x="289" y="295"/>
                  </a:cubicBezTo>
                  <a:cubicBezTo>
                    <a:pt x="289" y="323"/>
                    <a:pt x="289" y="323"/>
                    <a:pt x="289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404" y="323"/>
                    <a:pt x="404" y="323"/>
                    <a:pt x="404" y="323"/>
                  </a:cubicBezTo>
                  <a:cubicBezTo>
                    <a:pt x="404" y="294"/>
                    <a:pt x="404" y="294"/>
                    <a:pt x="404" y="294"/>
                  </a:cubicBezTo>
                  <a:cubicBezTo>
                    <a:pt x="404" y="294"/>
                    <a:pt x="386" y="293"/>
                    <a:pt x="386" y="270"/>
                  </a:cubicBezTo>
                  <a:cubicBezTo>
                    <a:pt x="386" y="270"/>
                    <a:pt x="386" y="270"/>
                    <a:pt x="386" y="270"/>
                  </a:cubicBezTo>
                  <a:cubicBezTo>
                    <a:pt x="386" y="51"/>
                    <a:pt x="386" y="51"/>
                    <a:pt x="386" y="51"/>
                  </a:cubicBezTo>
                  <a:cubicBezTo>
                    <a:pt x="388" y="30"/>
                    <a:pt x="403" y="28"/>
                    <a:pt x="403" y="28"/>
                  </a:cubicBezTo>
                  <a:cubicBezTo>
                    <a:pt x="403" y="0"/>
                    <a:pt x="403" y="0"/>
                    <a:pt x="40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24B9327-4B10-4D4C-BCD2-36AB9007CB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7" y="3332"/>
              <a:ext cx="605" cy="608"/>
            </a:xfrm>
            <a:custGeom>
              <a:avLst/>
              <a:gdLst>
                <a:gd name="T0" fmla="*/ 284 w 329"/>
                <a:gd name="T1" fmla="*/ 0 h 329"/>
                <a:gd name="T2" fmla="*/ 232 w 329"/>
                <a:gd name="T3" fmla="*/ 0 h 329"/>
                <a:gd name="T4" fmla="*/ 215 w 329"/>
                <a:gd name="T5" fmla="*/ 0 h 329"/>
                <a:gd name="T6" fmla="*/ 215 w 329"/>
                <a:gd name="T7" fmla="*/ 28 h 329"/>
                <a:gd name="T8" fmla="*/ 232 w 329"/>
                <a:gd name="T9" fmla="*/ 48 h 329"/>
                <a:gd name="T10" fmla="*/ 232 w 329"/>
                <a:gd name="T11" fmla="*/ 179 h 329"/>
                <a:gd name="T12" fmla="*/ 167 w 329"/>
                <a:gd name="T13" fmla="*/ 254 h 329"/>
                <a:gd name="T14" fmla="*/ 97 w 329"/>
                <a:gd name="T15" fmla="*/ 179 h 329"/>
                <a:gd name="T16" fmla="*/ 97 w 329"/>
                <a:gd name="T17" fmla="*/ 55 h 329"/>
                <a:gd name="T18" fmla="*/ 97 w 329"/>
                <a:gd name="T19" fmla="*/ 55 h 329"/>
                <a:gd name="T20" fmla="*/ 115 w 329"/>
                <a:gd name="T21" fmla="*/ 28 h 329"/>
                <a:gd name="T22" fmla="*/ 115 w 329"/>
                <a:gd name="T23" fmla="*/ 0 h 329"/>
                <a:gd name="T24" fmla="*/ 97 w 329"/>
                <a:gd name="T25" fmla="*/ 0 h 329"/>
                <a:gd name="T26" fmla="*/ 69 w 329"/>
                <a:gd name="T27" fmla="*/ 0 h 329"/>
                <a:gd name="T28" fmla="*/ 70 w 329"/>
                <a:gd name="T29" fmla="*/ 0 h 329"/>
                <a:gd name="T30" fmla="*/ 17 w 329"/>
                <a:gd name="T31" fmla="*/ 0 h 329"/>
                <a:gd name="T32" fmla="*/ 0 w 329"/>
                <a:gd name="T33" fmla="*/ 0 h 329"/>
                <a:gd name="T34" fmla="*/ 0 w 329"/>
                <a:gd name="T35" fmla="*/ 28 h 329"/>
                <a:gd name="T36" fmla="*/ 17 w 329"/>
                <a:gd name="T37" fmla="*/ 48 h 329"/>
                <a:gd name="T38" fmla="*/ 17 w 329"/>
                <a:gd name="T39" fmla="*/ 48 h 329"/>
                <a:gd name="T40" fmla="*/ 17 w 329"/>
                <a:gd name="T41" fmla="*/ 184 h 329"/>
                <a:gd name="T42" fmla="*/ 167 w 329"/>
                <a:gd name="T43" fmla="*/ 329 h 329"/>
                <a:gd name="T44" fmla="*/ 312 w 329"/>
                <a:gd name="T45" fmla="*/ 184 h 329"/>
                <a:gd name="T46" fmla="*/ 312 w 329"/>
                <a:gd name="T47" fmla="*/ 50 h 329"/>
                <a:gd name="T48" fmla="*/ 329 w 329"/>
                <a:gd name="T49" fmla="*/ 28 h 329"/>
                <a:gd name="T50" fmla="*/ 329 w 329"/>
                <a:gd name="T51" fmla="*/ 0 h 329"/>
                <a:gd name="T52" fmla="*/ 312 w 329"/>
                <a:gd name="T53" fmla="*/ 0 h 329"/>
                <a:gd name="T54" fmla="*/ 284 w 329"/>
                <a:gd name="T55" fmla="*/ 0 h 329"/>
                <a:gd name="T56" fmla="*/ 284 w 329"/>
                <a:gd name="T57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9" h="329">
                  <a:moveTo>
                    <a:pt x="28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5" y="28"/>
                    <a:pt x="231" y="33"/>
                    <a:pt x="232" y="48"/>
                  </a:cubicBezTo>
                  <a:cubicBezTo>
                    <a:pt x="232" y="179"/>
                    <a:pt x="232" y="179"/>
                    <a:pt x="232" y="179"/>
                  </a:cubicBezTo>
                  <a:cubicBezTo>
                    <a:pt x="232" y="225"/>
                    <a:pt x="215" y="254"/>
                    <a:pt x="167" y="254"/>
                  </a:cubicBezTo>
                  <a:cubicBezTo>
                    <a:pt x="121" y="254"/>
                    <a:pt x="97" y="226"/>
                    <a:pt x="97" y="179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30"/>
                    <a:pt x="115" y="28"/>
                    <a:pt x="115" y="28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7" y="33"/>
                    <a:pt x="17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7" y="184"/>
                    <a:pt x="17" y="184"/>
                    <a:pt x="17" y="184"/>
                  </a:cubicBezTo>
                  <a:cubicBezTo>
                    <a:pt x="17" y="268"/>
                    <a:pt x="70" y="329"/>
                    <a:pt x="167" y="329"/>
                  </a:cubicBezTo>
                  <a:cubicBezTo>
                    <a:pt x="265" y="329"/>
                    <a:pt x="312" y="262"/>
                    <a:pt x="312" y="184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4" y="30"/>
                    <a:pt x="329" y="28"/>
                    <a:pt x="329" y="28"/>
                  </a:cubicBezTo>
                  <a:cubicBezTo>
                    <a:pt x="329" y="0"/>
                    <a:pt x="329" y="0"/>
                    <a:pt x="32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84" y="0"/>
                    <a:pt x="284" y="0"/>
                    <a:pt x="28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E444D3-143B-41F6-9BF3-0CBE7BA5B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83" y="3319"/>
              <a:ext cx="580" cy="627"/>
            </a:xfrm>
            <a:custGeom>
              <a:avLst/>
              <a:gdLst>
                <a:gd name="T0" fmla="*/ 155 w 315"/>
                <a:gd name="T1" fmla="*/ 0 h 339"/>
                <a:gd name="T2" fmla="*/ 107 w 315"/>
                <a:gd name="T3" fmla="*/ 3 h 339"/>
                <a:gd name="T4" fmla="*/ 0 w 315"/>
                <a:gd name="T5" fmla="*/ 102 h 339"/>
                <a:gd name="T6" fmla="*/ 70 w 315"/>
                <a:gd name="T7" fmla="*/ 187 h 339"/>
                <a:gd name="T8" fmla="*/ 202 w 315"/>
                <a:gd name="T9" fmla="*/ 205 h 339"/>
                <a:gd name="T10" fmla="*/ 233 w 315"/>
                <a:gd name="T11" fmla="*/ 238 h 339"/>
                <a:gd name="T12" fmla="*/ 200 w 315"/>
                <a:gd name="T13" fmla="*/ 264 h 339"/>
                <a:gd name="T14" fmla="*/ 152 w 315"/>
                <a:gd name="T15" fmla="*/ 268 h 339"/>
                <a:gd name="T16" fmla="*/ 106 w 315"/>
                <a:gd name="T17" fmla="*/ 264 h 339"/>
                <a:gd name="T18" fmla="*/ 57 w 315"/>
                <a:gd name="T19" fmla="*/ 226 h 339"/>
                <a:gd name="T20" fmla="*/ 6 w 315"/>
                <a:gd name="T21" fmla="*/ 226 h 339"/>
                <a:gd name="T22" fmla="*/ 7 w 315"/>
                <a:gd name="T23" fmla="*/ 329 h 339"/>
                <a:gd name="T24" fmla="*/ 34 w 315"/>
                <a:gd name="T25" fmla="*/ 329 h 339"/>
                <a:gd name="T26" fmla="*/ 48 w 315"/>
                <a:gd name="T27" fmla="*/ 318 h 339"/>
                <a:gd name="T28" fmla="*/ 54 w 315"/>
                <a:gd name="T29" fmla="*/ 319 h 339"/>
                <a:gd name="T30" fmla="*/ 148 w 315"/>
                <a:gd name="T31" fmla="*/ 338 h 339"/>
                <a:gd name="T32" fmla="*/ 162 w 315"/>
                <a:gd name="T33" fmla="*/ 339 h 339"/>
                <a:gd name="T34" fmla="*/ 262 w 315"/>
                <a:gd name="T35" fmla="*/ 318 h 339"/>
                <a:gd name="T36" fmla="*/ 312 w 315"/>
                <a:gd name="T37" fmla="*/ 236 h 339"/>
                <a:gd name="T38" fmla="*/ 224 w 315"/>
                <a:gd name="T39" fmla="*/ 135 h 339"/>
                <a:gd name="T40" fmla="*/ 117 w 315"/>
                <a:gd name="T41" fmla="*/ 121 h 339"/>
                <a:gd name="T42" fmla="*/ 78 w 315"/>
                <a:gd name="T43" fmla="*/ 97 h 339"/>
                <a:gd name="T44" fmla="*/ 107 w 315"/>
                <a:gd name="T45" fmla="*/ 73 h 339"/>
                <a:gd name="T46" fmla="*/ 161 w 315"/>
                <a:gd name="T47" fmla="*/ 67 h 339"/>
                <a:gd name="T48" fmla="*/ 212 w 315"/>
                <a:gd name="T49" fmla="*/ 73 h 339"/>
                <a:gd name="T50" fmla="*/ 251 w 315"/>
                <a:gd name="T51" fmla="*/ 95 h 339"/>
                <a:gd name="T52" fmla="*/ 296 w 315"/>
                <a:gd name="T53" fmla="*/ 94 h 339"/>
                <a:gd name="T54" fmla="*/ 296 w 315"/>
                <a:gd name="T55" fmla="*/ 7 h 339"/>
                <a:gd name="T56" fmla="*/ 272 w 315"/>
                <a:gd name="T57" fmla="*/ 7 h 339"/>
                <a:gd name="T58" fmla="*/ 259 w 315"/>
                <a:gd name="T59" fmla="*/ 13 h 339"/>
                <a:gd name="T60" fmla="*/ 255 w 315"/>
                <a:gd name="T61" fmla="*/ 13 h 339"/>
                <a:gd name="T62" fmla="*/ 155 w 315"/>
                <a:gd name="T63" fmla="*/ 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5" h="339">
                  <a:moveTo>
                    <a:pt x="155" y="0"/>
                  </a:moveTo>
                  <a:cubicBezTo>
                    <a:pt x="141" y="0"/>
                    <a:pt x="119" y="1"/>
                    <a:pt x="107" y="3"/>
                  </a:cubicBezTo>
                  <a:cubicBezTo>
                    <a:pt x="56" y="9"/>
                    <a:pt x="0" y="39"/>
                    <a:pt x="0" y="102"/>
                  </a:cubicBezTo>
                  <a:cubicBezTo>
                    <a:pt x="0" y="146"/>
                    <a:pt x="20" y="175"/>
                    <a:pt x="70" y="187"/>
                  </a:cubicBezTo>
                  <a:cubicBezTo>
                    <a:pt x="126" y="201"/>
                    <a:pt x="175" y="201"/>
                    <a:pt x="202" y="205"/>
                  </a:cubicBezTo>
                  <a:cubicBezTo>
                    <a:pt x="228" y="210"/>
                    <a:pt x="234" y="224"/>
                    <a:pt x="233" y="238"/>
                  </a:cubicBezTo>
                  <a:cubicBezTo>
                    <a:pt x="232" y="252"/>
                    <a:pt x="214" y="261"/>
                    <a:pt x="200" y="264"/>
                  </a:cubicBezTo>
                  <a:cubicBezTo>
                    <a:pt x="192" y="266"/>
                    <a:pt x="168" y="268"/>
                    <a:pt x="152" y="268"/>
                  </a:cubicBezTo>
                  <a:cubicBezTo>
                    <a:pt x="138" y="268"/>
                    <a:pt x="120" y="267"/>
                    <a:pt x="106" y="264"/>
                  </a:cubicBezTo>
                  <a:cubicBezTo>
                    <a:pt x="70" y="255"/>
                    <a:pt x="57" y="226"/>
                    <a:pt x="57" y="226"/>
                  </a:cubicBezTo>
                  <a:cubicBezTo>
                    <a:pt x="6" y="226"/>
                    <a:pt x="6" y="226"/>
                    <a:pt x="6" y="226"/>
                  </a:cubicBezTo>
                  <a:cubicBezTo>
                    <a:pt x="7" y="329"/>
                    <a:pt x="7" y="329"/>
                    <a:pt x="7" y="329"/>
                  </a:cubicBezTo>
                  <a:cubicBezTo>
                    <a:pt x="34" y="329"/>
                    <a:pt x="34" y="329"/>
                    <a:pt x="34" y="329"/>
                  </a:cubicBezTo>
                  <a:cubicBezTo>
                    <a:pt x="34" y="329"/>
                    <a:pt x="37" y="318"/>
                    <a:pt x="48" y="318"/>
                  </a:cubicBezTo>
                  <a:cubicBezTo>
                    <a:pt x="50" y="318"/>
                    <a:pt x="52" y="318"/>
                    <a:pt x="54" y="319"/>
                  </a:cubicBezTo>
                  <a:cubicBezTo>
                    <a:pt x="80" y="330"/>
                    <a:pt x="121" y="338"/>
                    <a:pt x="148" y="338"/>
                  </a:cubicBezTo>
                  <a:cubicBezTo>
                    <a:pt x="153" y="339"/>
                    <a:pt x="158" y="339"/>
                    <a:pt x="162" y="339"/>
                  </a:cubicBezTo>
                  <a:cubicBezTo>
                    <a:pt x="197" y="339"/>
                    <a:pt x="236" y="334"/>
                    <a:pt x="262" y="318"/>
                  </a:cubicBezTo>
                  <a:cubicBezTo>
                    <a:pt x="287" y="302"/>
                    <a:pt x="308" y="277"/>
                    <a:pt x="312" y="236"/>
                  </a:cubicBezTo>
                  <a:cubicBezTo>
                    <a:pt x="315" y="192"/>
                    <a:pt x="288" y="147"/>
                    <a:pt x="224" y="135"/>
                  </a:cubicBezTo>
                  <a:cubicBezTo>
                    <a:pt x="168" y="125"/>
                    <a:pt x="138" y="125"/>
                    <a:pt x="117" y="121"/>
                  </a:cubicBezTo>
                  <a:cubicBezTo>
                    <a:pt x="96" y="118"/>
                    <a:pt x="79" y="110"/>
                    <a:pt x="78" y="97"/>
                  </a:cubicBezTo>
                  <a:cubicBezTo>
                    <a:pt x="78" y="85"/>
                    <a:pt x="91" y="77"/>
                    <a:pt x="107" y="73"/>
                  </a:cubicBezTo>
                  <a:cubicBezTo>
                    <a:pt x="122" y="69"/>
                    <a:pt x="146" y="67"/>
                    <a:pt x="161" y="67"/>
                  </a:cubicBezTo>
                  <a:cubicBezTo>
                    <a:pt x="178" y="67"/>
                    <a:pt x="198" y="69"/>
                    <a:pt x="212" y="73"/>
                  </a:cubicBezTo>
                  <a:cubicBezTo>
                    <a:pt x="237" y="79"/>
                    <a:pt x="251" y="95"/>
                    <a:pt x="251" y="95"/>
                  </a:cubicBezTo>
                  <a:cubicBezTo>
                    <a:pt x="252" y="95"/>
                    <a:pt x="296" y="94"/>
                    <a:pt x="296" y="94"/>
                  </a:cubicBezTo>
                  <a:cubicBezTo>
                    <a:pt x="296" y="7"/>
                    <a:pt x="296" y="7"/>
                    <a:pt x="296" y="7"/>
                  </a:cubicBezTo>
                  <a:cubicBezTo>
                    <a:pt x="272" y="7"/>
                    <a:pt x="272" y="7"/>
                    <a:pt x="272" y="7"/>
                  </a:cubicBezTo>
                  <a:cubicBezTo>
                    <a:pt x="272" y="7"/>
                    <a:pt x="270" y="13"/>
                    <a:pt x="259" y="13"/>
                  </a:cubicBezTo>
                  <a:cubicBezTo>
                    <a:pt x="258" y="13"/>
                    <a:pt x="256" y="13"/>
                    <a:pt x="255" y="13"/>
                  </a:cubicBezTo>
                  <a:cubicBezTo>
                    <a:pt x="217" y="4"/>
                    <a:pt x="183" y="0"/>
                    <a:pt x="15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45E18EC0-4FDB-47AE-8CA3-C45AE9B59D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35" y="3855"/>
              <a:ext cx="74" cy="74"/>
            </a:xfrm>
            <a:custGeom>
              <a:avLst/>
              <a:gdLst>
                <a:gd name="T0" fmla="*/ 40 w 40"/>
                <a:gd name="T1" fmla="*/ 20 h 40"/>
                <a:gd name="T2" fmla="*/ 20 w 40"/>
                <a:gd name="T3" fmla="*/ 40 h 40"/>
                <a:gd name="T4" fmla="*/ 0 w 40"/>
                <a:gd name="T5" fmla="*/ 20 h 40"/>
                <a:gd name="T6" fmla="*/ 20 w 40"/>
                <a:gd name="T7" fmla="*/ 0 h 40"/>
                <a:gd name="T8" fmla="*/ 40 w 40"/>
                <a:gd name="T9" fmla="*/ 20 h 40"/>
                <a:gd name="T10" fmla="*/ 37 w 40"/>
                <a:gd name="T11" fmla="*/ 20 h 40"/>
                <a:gd name="T12" fmla="*/ 20 w 40"/>
                <a:gd name="T13" fmla="*/ 3 h 40"/>
                <a:gd name="T14" fmla="*/ 3 w 40"/>
                <a:gd name="T15" fmla="*/ 20 h 40"/>
                <a:gd name="T16" fmla="*/ 20 w 40"/>
                <a:gd name="T17" fmla="*/ 38 h 40"/>
                <a:gd name="T18" fmla="*/ 37 w 40"/>
                <a:gd name="T19" fmla="*/ 20 h 40"/>
                <a:gd name="T20" fmla="*/ 16 w 40"/>
                <a:gd name="T21" fmla="*/ 32 h 40"/>
                <a:gd name="T22" fmla="*/ 13 w 40"/>
                <a:gd name="T23" fmla="*/ 32 h 40"/>
                <a:gd name="T24" fmla="*/ 13 w 40"/>
                <a:gd name="T25" fmla="*/ 8 h 40"/>
                <a:gd name="T26" fmla="*/ 22 w 40"/>
                <a:gd name="T27" fmla="*/ 8 h 40"/>
                <a:gd name="T28" fmla="*/ 30 w 40"/>
                <a:gd name="T29" fmla="*/ 15 h 40"/>
                <a:gd name="T30" fmla="*/ 24 w 40"/>
                <a:gd name="T31" fmla="*/ 22 h 40"/>
                <a:gd name="T32" fmla="*/ 31 w 40"/>
                <a:gd name="T33" fmla="*/ 32 h 40"/>
                <a:gd name="T34" fmla="*/ 27 w 40"/>
                <a:gd name="T35" fmla="*/ 32 h 40"/>
                <a:gd name="T36" fmla="*/ 21 w 40"/>
                <a:gd name="T37" fmla="*/ 22 h 40"/>
                <a:gd name="T38" fmla="*/ 16 w 40"/>
                <a:gd name="T39" fmla="*/ 22 h 40"/>
                <a:gd name="T40" fmla="*/ 16 w 40"/>
                <a:gd name="T41" fmla="*/ 32 h 40"/>
                <a:gd name="T42" fmla="*/ 20 w 40"/>
                <a:gd name="T43" fmla="*/ 19 h 40"/>
                <a:gd name="T44" fmla="*/ 26 w 40"/>
                <a:gd name="T45" fmla="*/ 15 h 40"/>
                <a:gd name="T46" fmla="*/ 21 w 40"/>
                <a:gd name="T47" fmla="*/ 11 h 40"/>
                <a:gd name="T48" fmla="*/ 16 w 40"/>
                <a:gd name="T49" fmla="*/ 11 h 40"/>
                <a:gd name="T50" fmla="*/ 16 w 40"/>
                <a:gd name="T51" fmla="*/ 19 h 40"/>
                <a:gd name="T52" fmla="*/ 20 w 40"/>
                <a:gd name="T53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" h="40">
                  <a:moveTo>
                    <a:pt x="40" y="20"/>
                  </a:move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lose/>
                  <a:moveTo>
                    <a:pt x="37" y="20"/>
                  </a:moveTo>
                  <a:cubicBezTo>
                    <a:pt x="37" y="10"/>
                    <a:pt x="30" y="3"/>
                    <a:pt x="20" y="3"/>
                  </a:cubicBezTo>
                  <a:cubicBezTo>
                    <a:pt x="10" y="3"/>
                    <a:pt x="3" y="10"/>
                    <a:pt x="3" y="20"/>
                  </a:cubicBezTo>
                  <a:cubicBezTo>
                    <a:pt x="3" y="30"/>
                    <a:pt x="10" y="38"/>
                    <a:pt x="20" y="38"/>
                  </a:cubicBezTo>
                  <a:cubicBezTo>
                    <a:pt x="30" y="38"/>
                    <a:pt x="37" y="30"/>
                    <a:pt x="37" y="20"/>
                  </a:cubicBezTo>
                  <a:close/>
                  <a:moveTo>
                    <a:pt x="16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7" y="8"/>
                    <a:pt x="30" y="11"/>
                    <a:pt x="30" y="15"/>
                  </a:cubicBezTo>
                  <a:cubicBezTo>
                    <a:pt x="30" y="19"/>
                    <a:pt x="27" y="21"/>
                    <a:pt x="24" y="2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6" y="22"/>
                    <a:pt x="16" y="22"/>
                    <a:pt x="16" y="22"/>
                  </a:cubicBezTo>
                  <a:lnTo>
                    <a:pt x="16" y="32"/>
                  </a:lnTo>
                  <a:close/>
                  <a:moveTo>
                    <a:pt x="20" y="19"/>
                  </a:moveTo>
                  <a:cubicBezTo>
                    <a:pt x="23" y="19"/>
                    <a:pt x="26" y="19"/>
                    <a:pt x="26" y="15"/>
                  </a:cubicBezTo>
                  <a:cubicBezTo>
                    <a:pt x="26" y="11"/>
                    <a:pt x="24" y="11"/>
                    <a:pt x="21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9"/>
                    <a:pt x="16" y="19"/>
                    <a:pt x="16" y="19"/>
                  </a:cubicBezTo>
                  <a:lnTo>
                    <a:pt x="2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3567"/>
            </a:p>
          </p:txBody>
        </p:sp>
      </p:grpSp>
    </p:spTree>
    <p:extLst>
      <p:ext uri="{BB962C8B-B14F-4D97-AF65-F5344CB8AC3E}">
        <p14:creationId xmlns:p14="http://schemas.microsoft.com/office/powerpoint/2010/main" val="244955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D1DCFF-2B82-4583-B91D-756C740EE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141" y="6446522"/>
            <a:ext cx="912912" cy="365125"/>
          </a:xfrm>
        </p:spPr>
        <p:txBody>
          <a:bodyPr/>
          <a:lstStyle>
            <a:lvl1pPr algn="r">
              <a:defRPr/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8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aphic 6">
            <a:extLst>
              <a:ext uri="{FF2B5EF4-FFF2-40B4-BE49-F238E27FC236}">
                <a16:creationId xmlns:a16="http://schemas.microsoft.com/office/drawing/2014/main" id="{9734F0E3-9D55-4715-B9B2-167F63480FE9}"/>
              </a:ext>
            </a:extLst>
          </p:cNvPr>
          <p:cNvGrpSpPr/>
          <p:nvPr userDrawn="1"/>
        </p:nvGrpSpPr>
        <p:grpSpPr>
          <a:xfrm>
            <a:off x="11047011" y="6384416"/>
            <a:ext cx="987810" cy="292608"/>
            <a:chOff x="4710906" y="3597973"/>
            <a:chExt cx="2760252" cy="819150"/>
          </a:xfrm>
          <a:solidFill>
            <a:schemeClr val="accent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8730D49-1FFF-4E73-AFAC-D16A4AB79F42}"/>
                </a:ext>
              </a:extLst>
            </p:cNvPr>
            <p:cNvSpPr/>
            <p:nvPr/>
          </p:nvSpPr>
          <p:spPr>
            <a:xfrm>
              <a:off x="5562536" y="3613309"/>
              <a:ext cx="971550" cy="781050"/>
            </a:xfrm>
            <a:custGeom>
              <a:avLst/>
              <a:gdLst>
                <a:gd name="connsiteX0" fmla="*/ 925259 w 971550"/>
                <a:gd name="connsiteY0" fmla="*/ 649700 h 781050"/>
                <a:gd name="connsiteX1" fmla="*/ 925259 w 971550"/>
                <a:gd name="connsiteY1" fmla="*/ 649700 h 781050"/>
                <a:gd name="connsiteX2" fmla="*/ 925259 w 971550"/>
                <a:gd name="connsiteY2" fmla="*/ 128683 h 781050"/>
                <a:gd name="connsiteX3" fmla="*/ 966883 w 971550"/>
                <a:gd name="connsiteY3" fmla="*/ 73819 h 781050"/>
                <a:gd name="connsiteX4" fmla="*/ 966883 w 971550"/>
                <a:gd name="connsiteY4" fmla="*/ 7144 h 781050"/>
                <a:gd name="connsiteX5" fmla="*/ 761143 w 971550"/>
                <a:gd name="connsiteY5" fmla="*/ 7144 h 781050"/>
                <a:gd name="connsiteX6" fmla="*/ 487204 w 971550"/>
                <a:gd name="connsiteY6" fmla="*/ 270320 h 781050"/>
                <a:gd name="connsiteX7" fmla="*/ 212884 w 971550"/>
                <a:gd name="connsiteY7" fmla="*/ 8192 h 781050"/>
                <a:gd name="connsiteX8" fmla="*/ 7906 w 971550"/>
                <a:gd name="connsiteY8" fmla="*/ 8192 h 781050"/>
                <a:gd name="connsiteX9" fmla="*/ 7906 w 971550"/>
                <a:gd name="connsiteY9" fmla="*/ 74867 h 781050"/>
                <a:gd name="connsiteX10" fmla="*/ 48768 w 971550"/>
                <a:gd name="connsiteY10" fmla="*/ 123539 h 781050"/>
                <a:gd name="connsiteX11" fmla="*/ 48768 w 971550"/>
                <a:gd name="connsiteY11" fmla="*/ 659987 h 781050"/>
                <a:gd name="connsiteX12" fmla="*/ 7144 w 971550"/>
                <a:gd name="connsiteY12" fmla="*/ 711708 h 781050"/>
                <a:gd name="connsiteX13" fmla="*/ 7144 w 971550"/>
                <a:gd name="connsiteY13" fmla="*/ 778383 h 781050"/>
                <a:gd name="connsiteX14" fmla="*/ 280892 w 971550"/>
                <a:gd name="connsiteY14" fmla="*/ 777907 h 781050"/>
                <a:gd name="connsiteX15" fmla="*/ 280892 w 971550"/>
                <a:gd name="connsiteY15" fmla="*/ 708660 h 781050"/>
                <a:gd name="connsiteX16" fmla="*/ 238887 w 971550"/>
                <a:gd name="connsiteY16" fmla="*/ 650272 h 781050"/>
                <a:gd name="connsiteX17" fmla="*/ 238887 w 971550"/>
                <a:gd name="connsiteY17" fmla="*/ 307372 h 781050"/>
                <a:gd name="connsiteX18" fmla="*/ 469868 w 971550"/>
                <a:gd name="connsiteY18" fmla="*/ 527495 h 781050"/>
                <a:gd name="connsiteX19" fmla="*/ 487299 w 971550"/>
                <a:gd name="connsiteY19" fmla="*/ 544544 h 781050"/>
                <a:gd name="connsiteX20" fmla="*/ 734949 w 971550"/>
                <a:gd name="connsiteY20" fmla="*/ 307372 h 781050"/>
                <a:gd name="connsiteX21" fmla="*/ 734949 w 971550"/>
                <a:gd name="connsiteY21" fmla="*/ 661797 h 781050"/>
                <a:gd name="connsiteX22" fmla="*/ 693611 w 971550"/>
                <a:gd name="connsiteY22" fmla="*/ 711708 h 781050"/>
                <a:gd name="connsiteX23" fmla="*/ 693611 w 971550"/>
                <a:gd name="connsiteY23" fmla="*/ 778383 h 781050"/>
                <a:gd name="connsiteX24" fmla="*/ 967359 w 971550"/>
                <a:gd name="connsiteY24" fmla="*/ 778383 h 781050"/>
                <a:gd name="connsiteX25" fmla="*/ 967359 w 971550"/>
                <a:gd name="connsiteY25" fmla="*/ 708279 h 781050"/>
                <a:gd name="connsiteX26" fmla="*/ 925259 w 971550"/>
                <a:gd name="connsiteY26" fmla="*/ 64970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1550" h="781050">
                  <a:moveTo>
                    <a:pt x="925259" y="649700"/>
                  </a:moveTo>
                  <a:lnTo>
                    <a:pt x="925259" y="649700"/>
                  </a:lnTo>
                  <a:lnTo>
                    <a:pt x="925259" y="128683"/>
                  </a:lnTo>
                  <a:cubicBezTo>
                    <a:pt x="929545" y="79058"/>
                    <a:pt x="966883" y="73819"/>
                    <a:pt x="966883" y="73819"/>
                  </a:cubicBezTo>
                  <a:lnTo>
                    <a:pt x="966883" y="7144"/>
                  </a:lnTo>
                  <a:lnTo>
                    <a:pt x="761143" y="7144"/>
                  </a:lnTo>
                  <a:lnTo>
                    <a:pt x="487204" y="270320"/>
                  </a:lnTo>
                  <a:lnTo>
                    <a:pt x="212884" y="8192"/>
                  </a:lnTo>
                  <a:lnTo>
                    <a:pt x="7906" y="8192"/>
                  </a:lnTo>
                  <a:lnTo>
                    <a:pt x="7906" y="74867"/>
                  </a:lnTo>
                  <a:cubicBezTo>
                    <a:pt x="7906" y="74867"/>
                    <a:pt x="47720" y="86678"/>
                    <a:pt x="48768" y="123539"/>
                  </a:cubicBezTo>
                  <a:lnTo>
                    <a:pt x="48768" y="659987"/>
                  </a:lnTo>
                  <a:cubicBezTo>
                    <a:pt x="44482" y="709422"/>
                    <a:pt x="7144" y="711708"/>
                    <a:pt x="7144" y="711708"/>
                  </a:cubicBezTo>
                  <a:lnTo>
                    <a:pt x="7144" y="778383"/>
                  </a:lnTo>
                  <a:lnTo>
                    <a:pt x="280892" y="777907"/>
                  </a:lnTo>
                  <a:lnTo>
                    <a:pt x="280892" y="708660"/>
                  </a:lnTo>
                  <a:cubicBezTo>
                    <a:pt x="280892" y="708660"/>
                    <a:pt x="238982" y="705993"/>
                    <a:pt x="238887" y="650272"/>
                  </a:cubicBezTo>
                  <a:lnTo>
                    <a:pt x="238887" y="307372"/>
                  </a:lnTo>
                  <a:lnTo>
                    <a:pt x="469868" y="527495"/>
                  </a:lnTo>
                  <a:lnTo>
                    <a:pt x="487299" y="544544"/>
                  </a:lnTo>
                  <a:lnTo>
                    <a:pt x="734949" y="307372"/>
                  </a:lnTo>
                  <a:lnTo>
                    <a:pt x="734949" y="661797"/>
                  </a:lnTo>
                  <a:cubicBezTo>
                    <a:pt x="729901" y="709422"/>
                    <a:pt x="693611" y="711708"/>
                    <a:pt x="693611" y="711708"/>
                  </a:cubicBezTo>
                  <a:lnTo>
                    <a:pt x="693611" y="778383"/>
                  </a:lnTo>
                  <a:lnTo>
                    <a:pt x="967359" y="778383"/>
                  </a:lnTo>
                  <a:lnTo>
                    <a:pt x="967359" y="708279"/>
                  </a:lnTo>
                  <a:cubicBezTo>
                    <a:pt x="967359" y="708279"/>
                    <a:pt x="925259" y="705612"/>
                    <a:pt x="925259" y="64970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25B0200-6D68-44A4-B8D2-77B84060F44A}"/>
                </a:ext>
              </a:extLst>
            </p:cNvPr>
            <p:cNvSpPr/>
            <p:nvPr/>
          </p:nvSpPr>
          <p:spPr>
            <a:xfrm>
              <a:off x="6630480" y="3613404"/>
              <a:ext cx="790575" cy="790575"/>
            </a:xfrm>
            <a:custGeom>
              <a:avLst/>
              <a:gdLst>
                <a:gd name="connsiteX0" fmla="*/ 683990 w 790575"/>
                <a:gd name="connsiteY0" fmla="*/ 7239 h 790575"/>
                <a:gd name="connsiteX1" fmla="*/ 518446 w 790575"/>
                <a:gd name="connsiteY1" fmla="*/ 7239 h 790575"/>
                <a:gd name="connsiteX2" fmla="*/ 518446 w 790575"/>
                <a:gd name="connsiteY2" fmla="*/ 73914 h 790575"/>
                <a:gd name="connsiteX3" fmla="*/ 559308 w 790575"/>
                <a:gd name="connsiteY3" fmla="*/ 122587 h 790575"/>
                <a:gd name="connsiteX4" fmla="*/ 559308 w 790575"/>
                <a:gd name="connsiteY4" fmla="*/ 434531 h 790575"/>
                <a:gd name="connsiteX5" fmla="*/ 404908 w 790575"/>
                <a:gd name="connsiteY5" fmla="*/ 613505 h 790575"/>
                <a:gd name="connsiteX6" fmla="*/ 238506 w 790575"/>
                <a:gd name="connsiteY6" fmla="*/ 434531 h 790575"/>
                <a:gd name="connsiteX7" fmla="*/ 238506 w 790575"/>
                <a:gd name="connsiteY7" fmla="*/ 137827 h 790575"/>
                <a:gd name="connsiteX8" fmla="*/ 238506 w 790575"/>
                <a:gd name="connsiteY8" fmla="*/ 137827 h 790575"/>
                <a:gd name="connsiteX9" fmla="*/ 280511 w 790575"/>
                <a:gd name="connsiteY9" fmla="*/ 73247 h 790575"/>
                <a:gd name="connsiteX10" fmla="*/ 280511 w 790575"/>
                <a:gd name="connsiteY10" fmla="*/ 7144 h 790575"/>
                <a:gd name="connsiteX11" fmla="*/ 7144 w 790575"/>
                <a:gd name="connsiteY11" fmla="*/ 7144 h 790575"/>
                <a:gd name="connsiteX12" fmla="*/ 7144 w 790575"/>
                <a:gd name="connsiteY12" fmla="*/ 73819 h 790575"/>
                <a:gd name="connsiteX13" fmla="*/ 48006 w 790575"/>
                <a:gd name="connsiteY13" fmla="*/ 122587 h 790575"/>
                <a:gd name="connsiteX14" fmla="*/ 48006 w 790575"/>
                <a:gd name="connsiteY14" fmla="*/ 122587 h 790575"/>
                <a:gd name="connsiteX15" fmla="*/ 48006 w 790575"/>
                <a:gd name="connsiteY15" fmla="*/ 447008 h 790575"/>
                <a:gd name="connsiteX16" fmla="*/ 404717 w 790575"/>
                <a:gd name="connsiteY16" fmla="*/ 789908 h 790575"/>
                <a:gd name="connsiteX17" fmla="*/ 749332 w 790575"/>
                <a:gd name="connsiteY17" fmla="*/ 447008 h 790575"/>
                <a:gd name="connsiteX18" fmla="*/ 749332 w 790575"/>
                <a:gd name="connsiteY18" fmla="*/ 126206 h 790575"/>
                <a:gd name="connsiteX19" fmla="*/ 790670 w 790575"/>
                <a:gd name="connsiteY19" fmla="*/ 73438 h 790575"/>
                <a:gd name="connsiteX20" fmla="*/ 790670 w 790575"/>
                <a:gd name="connsiteY20" fmla="*/ 7334 h 790575"/>
                <a:gd name="connsiteX21" fmla="*/ 683990 w 790575"/>
                <a:gd name="connsiteY21" fmla="*/ 7334 h 790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0575" h="790575">
                  <a:moveTo>
                    <a:pt x="683990" y="7239"/>
                  </a:moveTo>
                  <a:lnTo>
                    <a:pt x="518446" y="7239"/>
                  </a:lnTo>
                  <a:lnTo>
                    <a:pt x="518446" y="73914"/>
                  </a:lnTo>
                  <a:cubicBezTo>
                    <a:pt x="518446" y="73914"/>
                    <a:pt x="558165" y="85820"/>
                    <a:pt x="559308" y="122587"/>
                  </a:cubicBezTo>
                  <a:lnTo>
                    <a:pt x="559308" y="434531"/>
                  </a:lnTo>
                  <a:cubicBezTo>
                    <a:pt x="559308" y="543306"/>
                    <a:pt x="518160" y="613505"/>
                    <a:pt x="404908" y="613505"/>
                  </a:cubicBezTo>
                  <a:cubicBezTo>
                    <a:pt x="295084" y="613505"/>
                    <a:pt x="238506" y="545497"/>
                    <a:pt x="238506" y="434531"/>
                  </a:cubicBezTo>
                  <a:lnTo>
                    <a:pt x="238506" y="137827"/>
                  </a:lnTo>
                  <a:lnTo>
                    <a:pt x="238506" y="137827"/>
                  </a:lnTo>
                  <a:cubicBezTo>
                    <a:pt x="238506" y="78010"/>
                    <a:pt x="280511" y="73247"/>
                    <a:pt x="280511" y="73247"/>
                  </a:cubicBezTo>
                  <a:lnTo>
                    <a:pt x="280511" y="7144"/>
                  </a:lnTo>
                  <a:lnTo>
                    <a:pt x="7144" y="7144"/>
                  </a:lnTo>
                  <a:lnTo>
                    <a:pt x="7144" y="73819"/>
                  </a:lnTo>
                  <a:cubicBezTo>
                    <a:pt x="7144" y="73819"/>
                    <a:pt x="46958" y="85725"/>
                    <a:pt x="48006" y="122587"/>
                  </a:cubicBezTo>
                  <a:lnTo>
                    <a:pt x="48006" y="122587"/>
                  </a:lnTo>
                  <a:lnTo>
                    <a:pt x="48006" y="447008"/>
                  </a:lnTo>
                  <a:cubicBezTo>
                    <a:pt x="48006" y="646367"/>
                    <a:pt x="174879" y="789908"/>
                    <a:pt x="404717" y="789908"/>
                  </a:cubicBezTo>
                  <a:cubicBezTo>
                    <a:pt x="637984" y="789908"/>
                    <a:pt x="749332" y="631412"/>
                    <a:pt x="749332" y="447008"/>
                  </a:cubicBezTo>
                  <a:lnTo>
                    <a:pt x="749332" y="126206"/>
                  </a:lnTo>
                  <a:cubicBezTo>
                    <a:pt x="754475" y="79153"/>
                    <a:pt x="790670" y="73438"/>
                    <a:pt x="790670" y="73438"/>
                  </a:cubicBezTo>
                  <a:lnTo>
                    <a:pt x="790670" y="7334"/>
                  </a:lnTo>
                  <a:lnTo>
                    <a:pt x="683990" y="733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ABD07BF-19FB-4121-954A-536756B96C1E}"/>
                </a:ext>
              </a:extLst>
            </p:cNvPr>
            <p:cNvSpPr/>
            <p:nvPr/>
          </p:nvSpPr>
          <p:spPr>
            <a:xfrm>
              <a:off x="5356130" y="3823907"/>
              <a:ext cx="9525" cy="9525"/>
            </a:xfrm>
            <a:custGeom>
              <a:avLst/>
              <a:gdLst>
                <a:gd name="connsiteX0" fmla="*/ 7144 w 9525"/>
                <a:gd name="connsiteY0" fmla="*/ 7144 h 9525"/>
                <a:gd name="connsiteX1" fmla="*/ 7144 w 9525"/>
                <a:gd name="connsiteY1" fmla="*/ 7144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9525">
                  <a:moveTo>
                    <a:pt x="7144" y="7144"/>
                  </a:moveTo>
                  <a:lnTo>
                    <a:pt x="7144" y="7144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4A28DB1-0098-4D6E-AC32-91D54A13A345}"/>
                </a:ext>
              </a:extLst>
            </p:cNvPr>
            <p:cNvSpPr/>
            <p:nvPr/>
          </p:nvSpPr>
          <p:spPr>
            <a:xfrm>
              <a:off x="4710906" y="3597973"/>
              <a:ext cx="752475" cy="819150"/>
            </a:xfrm>
            <a:custGeom>
              <a:avLst/>
              <a:gdLst>
                <a:gd name="connsiteX0" fmla="*/ 579215 w 752475"/>
                <a:gd name="connsiteY0" fmla="*/ 233077 h 819150"/>
                <a:gd name="connsiteX1" fmla="*/ 579215 w 752475"/>
                <a:gd name="connsiteY1" fmla="*/ 233077 h 819150"/>
                <a:gd name="connsiteX2" fmla="*/ 376047 w 752475"/>
                <a:gd name="connsiteY2" fmla="*/ 7334 h 819150"/>
                <a:gd name="connsiteX3" fmla="*/ 260033 w 752475"/>
                <a:gd name="connsiteY3" fmla="*/ 12954 h 819150"/>
                <a:gd name="connsiteX4" fmla="*/ 7144 w 752475"/>
                <a:gd name="connsiteY4" fmla="*/ 248603 h 819150"/>
                <a:gd name="connsiteX5" fmla="*/ 171926 w 752475"/>
                <a:gd name="connsiteY5" fmla="*/ 451961 h 819150"/>
                <a:gd name="connsiteX6" fmla="*/ 486251 w 752475"/>
                <a:gd name="connsiteY6" fmla="*/ 495871 h 819150"/>
                <a:gd name="connsiteX7" fmla="*/ 560356 w 752475"/>
                <a:gd name="connsiteY7" fmla="*/ 574167 h 819150"/>
                <a:gd name="connsiteX8" fmla="*/ 483489 w 752475"/>
                <a:gd name="connsiteY8" fmla="*/ 635984 h 819150"/>
                <a:gd name="connsiteX9" fmla="*/ 367951 w 752475"/>
                <a:gd name="connsiteY9" fmla="*/ 644747 h 819150"/>
                <a:gd name="connsiteX10" fmla="*/ 258794 w 752475"/>
                <a:gd name="connsiteY10" fmla="*/ 633984 h 819150"/>
                <a:gd name="connsiteX11" fmla="*/ 141732 w 752475"/>
                <a:gd name="connsiteY11" fmla="*/ 543973 h 819150"/>
                <a:gd name="connsiteX12" fmla="*/ 20669 w 752475"/>
                <a:gd name="connsiteY12" fmla="*/ 545021 h 819150"/>
                <a:gd name="connsiteX13" fmla="*/ 21622 w 752475"/>
                <a:gd name="connsiteY13" fmla="*/ 790289 h 819150"/>
                <a:gd name="connsiteX14" fmla="*/ 88297 w 752475"/>
                <a:gd name="connsiteY14" fmla="*/ 790289 h 819150"/>
                <a:gd name="connsiteX15" fmla="*/ 121444 w 752475"/>
                <a:gd name="connsiteY15" fmla="*/ 763429 h 819150"/>
                <a:gd name="connsiteX16" fmla="*/ 135922 w 752475"/>
                <a:gd name="connsiteY16" fmla="*/ 765810 h 819150"/>
                <a:gd name="connsiteX17" fmla="*/ 358235 w 752475"/>
                <a:gd name="connsiteY17" fmla="*/ 812006 h 819150"/>
                <a:gd name="connsiteX18" fmla="*/ 393097 w 752475"/>
                <a:gd name="connsiteY18" fmla="*/ 812673 h 819150"/>
                <a:gd name="connsiteX19" fmla="*/ 628936 w 752475"/>
                <a:gd name="connsiteY19" fmla="*/ 763524 h 819150"/>
                <a:gd name="connsiteX20" fmla="*/ 748475 w 752475"/>
                <a:gd name="connsiteY20" fmla="*/ 568452 h 819150"/>
                <a:gd name="connsiteX21" fmla="*/ 538925 w 752475"/>
                <a:gd name="connsiteY21" fmla="*/ 327660 h 819150"/>
                <a:gd name="connsiteX22" fmla="*/ 284607 w 752475"/>
                <a:gd name="connsiteY22" fmla="*/ 295275 h 819150"/>
                <a:gd name="connsiteX23" fmla="*/ 193167 w 752475"/>
                <a:gd name="connsiteY23" fmla="*/ 237458 h 819150"/>
                <a:gd name="connsiteX24" fmla="*/ 261652 w 752475"/>
                <a:gd name="connsiteY24" fmla="*/ 179737 h 819150"/>
                <a:gd name="connsiteX25" fmla="*/ 390239 w 752475"/>
                <a:gd name="connsiteY25" fmla="*/ 166402 h 819150"/>
                <a:gd name="connsiteX26" fmla="*/ 510540 w 752475"/>
                <a:gd name="connsiteY26" fmla="*/ 180213 h 819150"/>
                <a:gd name="connsiteX27" fmla="*/ 603028 w 752475"/>
                <a:gd name="connsiteY27" fmla="*/ 233077 h 819150"/>
                <a:gd name="connsiteX28" fmla="*/ 711137 w 752475"/>
                <a:gd name="connsiteY28" fmla="*/ 230791 h 819150"/>
                <a:gd name="connsiteX29" fmla="*/ 711137 w 752475"/>
                <a:gd name="connsiteY29" fmla="*/ 22288 h 819150"/>
                <a:gd name="connsiteX30" fmla="*/ 653987 w 752475"/>
                <a:gd name="connsiteY30" fmla="*/ 22288 h 819150"/>
                <a:gd name="connsiteX31" fmla="*/ 622935 w 752475"/>
                <a:gd name="connsiteY31" fmla="*/ 38576 h 819150"/>
                <a:gd name="connsiteX32" fmla="*/ 612267 w 752475"/>
                <a:gd name="connsiteY32" fmla="*/ 37719 h 819150"/>
                <a:gd name="connsiteX33" fmla="*/ 376428 w 752475"/>
                <a:gd name="connsiteY33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475" h="819150">
                  <a:moveTo>
                    <a:pt x="579215" y="233077"/>
                  </a:moveTo>
                  <a:lnTo>
                    <a:pt x="579215" y="233077"/>
                  </a:lnTo>
                  <a:moveTo>
                    <a:pt x="376047" y="7334"/>
                  </a:moveTo>
                  <a:cubicBezTo>
                    <a:pt x="342233" y="7334"/>
                    <a:pt x="288988" y="9525"/>
                    <a:pt x="260033" y="12954"/>
                  </a:cubicBezTo>
                  <a:cubicBezTo>
                    <a:pt x="140208" y="27527"/>
                    <a:pt x="7144" y="98679"/>
                    <a:pt x="7144" y="248603"/>
                  </a:cubicBezTo>
                  <a:cubicBezTo>
                    <a:pt x="7144" y="355092"/>
                    <a:pt x="54769" y="423005"/>
                    <a:pt x="171926" y="451961"/>
                  </a:cubicBezTo>
                  <a:cubicBezTo>
                    <a:pt x="305276" y="484918"/>
                    <a:pt x="422624" y="484918"/>
                    <a:pt x="486251" y="495871"/>
                  </a:cubicBezTo>
                  <a:cubicBezTo>
                    <a:pt x="549878" y="506825"/>
                    <a:pt x="563118" y="541020"/>
                    <a:pt x="560356" y="574167"/>
                  </a:cubicBezTo>
                  <a:cubicBezTo>
                    <a:pt x="557594" y="607314"/>
                    <a:pt x="516636" y="628364"/>
                    <a:pt x="483489" y="635984"/>
                  </a:cubicBezTo>
                  <a:cubicBezTo>
                    <a:pt x="445264" y="641920"/>
                    <a:pt x="406633" y="644850"/>
                    <a:pt x="367951" y="644747"/>
                  </a:cubicBezTo>
                  <a:cubicBezTo>
                    <a:pt x="331290" y="644961"/>
                    <a:pt x="294707" y="641354"/>
                    <a:pt x="258794" y="633984"/>
                  </a:cubicBezTo>
                  <a:cubicBezTo>
                    <a:pt x="208449" y="622625"/>
                    <a:pt x="165642" y="589710"/>
                    <a:pt x="141732" y="543973"/>
                  </a:cubicBezTo>
                  <a:lnTo>
                    <a:pt x="20669" y="545021"/>
                  </a:lnTo>
                  <a:lnTo>
                    <a:pt x="21622" y="790289"/>
                  </a:lnTo>
                  <a:lnTo>
                    <a:pt x="88297" y="790289"/>
                  </a:lnTo>
                  <a:cubicBezTo>
                    <a:pt x="92253" y="775031"/>
                    <a:pt x="105697" y="764137"/>
                    <a:pt x="121444" y="763429"/>
                  </a:cubicBezTo>
                  <a:cubicBezTo>
                    <a:pt x="126360" y="763510"/>
                    <a:pt x="131238" y="764313"/>
                    <a:pt x="135922" y="765810"/>
                  </a:cubicBezTo>
                  <a:cubicBezTo>
                    <a:pt x="197358" y="792194"/>
                    <a:pt x="295370" y="810006"/>
                    <a:pt x="358235" y="812006"/>
                  </a:cubicBezTo>
                  <a:cubicBezTo>
                    <a:pt x="370142" y="812006"/>
                    <a:pt x="381762" y="812673"/>
                    <a:pt x="393097" y="812673"/>
                  </a:cubicBezTo>
                  <a:cubicBezTo>
                    <a:pt x="476345" y="812673"/>
                    <a:pt x="567119" y="801148"/>
                    <a:pt x="628936" y="763524"/>
                  </a:cubicBezTo>
                  <a:cubicBezTo>
                    <a:pt x="690753" y="725900"/>
                    <a:pt x="740283" y="666274"/>
                    <a:pt x="748475" y="568452"/>
                  </a:cubicBezTo>
                  <a:cubicBezTo>
                    <a:pt x="757333" y="462629"/>
                    <a:pt x="691325" y="355949"/>
                    <a:pt x="538925" y="327660"/>
                  </a:cubicBezTo>
                  <a:cubicBezTo>
                    <a:pt x="407384" y="303276"/>
                    <a:pt x="334804" y="303181"/>
                    <a:pt x="284607" y="295275"/>
                  </a:cubicBezTo>
                  <a:cubicBezTo>
                    <a:pt x="234410" y="287369"/>
                    <a:pt x="194501" y="267271"/>
                    <a:pt x="193167" y="237458"/>
                  </a:cubicBezTo>
                  <a:cubicBezTo>
                    <a:pt x="191834" y="208883"/>
                    <a:pt x="224123" y="189833"/>
                    <a:pt x="261652" y="179737"/>
                  </a:cubicBezTo>
                  <a:cubicBezTo>
                    <a:pt x="303888" y="170543"/>
                    <a:pt x="347015" y="166071"/>
                    <a:pt x="390239" y="166402"/>
                  </a:cubicBezTo>
                  <a:cubicBezTo>
                    <a:pt x="430735" y="166399"/>
                    <a:pt x="471098" y="171033"/>
                    <a:pt x="510540" y="180213"/>
                  </a:cubicBezTo>
                  <a:cubicBezTo>
                    <a:pt x="545725" y="188793"/>
                    <a:pt x="577779" y="207114"/>
                    <a:pt x="603028" y="233077"/>
                  </a:cubicBezTo>
                  <a:cubicBezTo>
                    <a:pt x="607124" y="233077"/>
                    <a:pt x="711137" y="230791"/>
                    <a:pt x="711137" y="230791"/>
                  </a:cubicBezTo>
                  <a:lnTo>
                    <a:pt x="711137" y="22288"/>
                  </a:lnTo>
                  <a:lnTo>
                    <a:pt x="653987" y="22288"/>
                  </a:lnTo>
                  <a:cubicBezTo>
                    <a:pt x="653987" y="22288"/>
                    <a:pt x="648176" y="38576"/>
                    <a:pt x="622935" y="38576"/>
                  </a:cubicBezTo>
                  <a:cubicBezTo>
                    <a:pt x="619363" y="38549"/>
                    <a:pt x="615798" y="38262"/>
                    <a:pt x="612267" y="37719"/>
                  </a:cubicBezTo>
                  <a:cubicBezTo>
                    <a:pt x="535189" y="17978"/>
                    <a:pt x="455992" y="7710"/>
                    <a:pt x="376428" y="71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B000B94-2AB2-4340-8F8F-F75658949C6E}"/>
                </a:ext>
              </a:extLst>
            </p:cNvPr>
            <p:cNvSpPr/>
            <p:nvPr/>
          </p:nvSpPr>
          <p:spPr>
            <a:xfrm>
              <a:off x="7366383" y="4288060"/>
              <a:ext cx="104775" cy="104775"/>
            </a:xfrm>
            <a:custGeom>
              <a:avLst/>
              <a:gdLst>
                <a:gd name="connsiteX0" fmla="*/ 103344 w 104775"/>
                <a:gd name="connsiteY0" fmla="*/ 54769 h 104775"/>
                <a:gd name="connsiteX1" fmla="*/ 55721 w 104775"/>
                <a:gd name="connsiteY1" fmla="*/ 103344 h 104775"/>
                <a:gd name="connsiteX2" fmla="*/ 7146 w 104775"/>
                <a:gd name="connsiteY2" fmla="*/ 55721 h 104775"/>
                <a:gd name="connsiteX3" fmla="*/ 54769 w 104775"/>
                <a:gd name="connsiteY3" fmla="*/ 7146 h 104775"/>
                <a:gd name="connsiteX4" fmla="*/ 55243 w 104775"/>
                <a:gd name="connsiteY4" fmla="*/ 7144 h 104775"/>
                <a:gd name="connsiteX5" fmla="*/ 103344 w 104775"/>
                <a:gd name="connsiteY5" fmla="*/ 54769 h 104775"/>
                <a:gd name="connsiteX6" fmla="*/ 95629 w 104775"/>
                <a:gd name="connsiteY6" fmla="*/ 54769 h 104775"/>
                <a:gd name="connsiteX7" fmla="*/ 54024 w 104775"/>
                <a:gd name="connsiteY7" fmla="*/ 15640 h 104775"/>
                <a:gd name="connsiteX8" fmla="*/ 14895 w 104775"/>
                <a:gd name="connsiteY8" fmla="*/ 57245 h 104775"/>
                <a:gd name="connsiteX9" fmla="*/ 55243 w 104775"/>
                <a:gd name="connsiteY9" fmla="*/ 96393 h 104775"/>
                <a:gd name="connsiteX10" fmla="*/ 95648 w 104775"/>
                <a:gd name="connsiteY10" fmla="*/ 56026 h 104775"/>
                <a:gd name="connsiteX11" fmla="*/ 95629 w 104775"/>
                <a:gd name="connsiteY11" fmla="*/ 54769 h 104775"/>
                <a:gd name="connsiteX12" fmla="*/ 45146 w 104775"/>
                <a:gd name="connsiteY12" fmla="*/ 83344 h 104775"/>
                <a:gd name="connsiteX13" fmla="*/ 37431 w 104775"/>
                <a:gd name="connsiteY13" fmla="*/ 83344 h 104775"/>
                <a:gd name="connsiteX14" fmla="*/ 37431 w 104775"/>
                <a:gd name="connsiteY14" fmla="*/ 26194 h 104775"/>
                <a:gd name="connsiteX15" fmla="*/ 59339 w 104775"/>
                <a:gd name="connsiteY15" fmla="*/ 26194 h 104775"/>
                <a:gd name="connsiteX16" fmla="*/ 77817 w 104775"/>
                <a:gd name="connsiteY16" fmla="*/ 42005 h 104775"/>
                <a:gd name="connsiteX17" fmla="*/ 64577 w 104775"/>
                <a:gd name="connsiteY17" fmla="*/ 58007 h 104775"/>
                <a:gd name="connsiteX18" fmla="*/ 80579 w 104775"/>
                <a:gd name="connsiteY18" fmla="*/ 83344 h 104775"/>
                <a:gd name="connsiteX19" fmla="*/ 71721 w 104775"/>
                <a:gd name="connsiteY19" fmla="*/ 83344 h 104775"/>
                <a:gd name="connsiteX20" fmla="*/ 56195 w 104775"/>
                <a:gd name="connsiteY20" fmla="*/ 58007 h 104775"/>
                <a:gd name="connsiteX21" fmla="*/ 45146 w 104775"/>
                <a:gd name="connsiteY21" fmla="*/ 58007 h 104775"/>
                <a:gd name="connsiteX22" fmla="*/ 54195 w 104775"/>
                <a:gd name="connsiteY22" fmla="*/ 51435 h 104775"/>
                <a:gd name="connsiteX23" fmla="*/ 70007 w 104775"/>
                <a:gd name="connsiteY23" fmla="*/ 41910 h 104775"/>
                <a:gd name="connsiteX24" fmla="*/ 57624 w 104775"/>
                <a:gd name="connsiteY24" fmla="*/ 32385 h 104775"/>
                <a:gd name="connsiteX25" fmla="*/ 45146 w 104775"/>
                <a:gd name="connsiteY25" fmla="*/ 32385 h 104775"/>
                <a:gd name="connsiteX26" fmla="*/ 45146 w 104775"/>
                <a:gd name="connsiteY26" fmla="*/ 5143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4775" h="104775">
                  <a:moveTo>
                    <a:pt x="103344" y="54769"/>
                  </a:moveTo>
                  <a:cubicBezTo>
                    <a:pt x="103607" y="81333"/>
                    <a:pt x="82286" y="103081"/>
                    <a:pt x="55721" y="103344"/>
                  </a:cubicBezTo>
                  <a:cubicBezTo>
                    <a:pt x="29157" y="103607"/>
                    <a:pt x="7409" y="82286"/>
                    <a:pt x="7146" y="55721"/>
                  </a:cubicBezTo>
                  <a:cubicBezTo>
                    <a:pt x="6883" y="29157"/>
                    <a:pt x="28204" y="7409"/>
                    <a:pt x="54769" y="7146"/>
                  </a:cubicBezTo>
                  <a:cubicBezTo>
                    <a:pt x="54927" y="7144"/>
                    <a:pt x="55085" y="7144"/>
                    <a:pt x="55243" y="7144"/>
                  </a:cubicBezTo>
                  <a:cubicBezTo>
                    <a:pt x="81602" y="7194"/>
                    <a:pt x="103031" y="28411"/>
                    <a:pt x="103344" y="54769"/>
                  </a:cubicBezTo>
                  <a:close/>
                  <a:moveTo>
                    <a:pt x="95629" y="54769"/>
                  </a:moveTo>
                  <a:cubicBezTo>
                    <a:pt x="94945" y="32475"/>
                    <a:pt x="76318" y="14956"/>
                    <a:pt x="54024" y="15640"/>
                  </a:cubicBezTo>
                  <a:cubicBezTo>
                    <a:pt x="31730" y="16324"/>
                    <a:pt x="14211" y="34951"/>
                    <a:pt x="14895" y="57245"/>
                  </a:cubicBezTo>
                  <a:cubicBezTo>
                    <a:pt x="15564" y="79050"/>
                    <a:pt x="33428" y="96383"/>
                    <a:pt x="55243" y="96393"/>
                  </a:cubicBezTo>
                  <a:cubicBezTo>
                    <a:pt x="77547" y="96404"/>
                    <a:pt x="95638" y="78331"/>
                    <a:pt x="95648" y="56026"/>
                  </a:cubicBezTo>
                  <a:cubicBezTo>
                    <a:pt x="95648" y="55607"/>
                    <a:pt x="95642" y="55188"/>
                    <a:pt x="95629" y="54769"/>
                  </a:cubicBezTo>
                  <a:close/>
                  <a:moveTo>
                    <a:pt x="45146" y="83344"/>
                  </a:moveTo>
                  <a:lnTo>
                    <a:pt x="37431" y="83344"/>
                  </a:lnTo>
                  <a:lnTo>
                    <a:pt x="37431" y="26194"/>
                  </a:lnTo>
                  <a:lnTo>
                    <a:pt x="59339" y="26194"/>
                  </a:lnTo>
                  <a:cubicBezTo>
                    <a:pt x="72102" y="26194"/>
                    <a:pt x="77817" y="31814"/>
                    <a:pt x="77817" y="42005"/>
                  </a:cubicBezTo>
                  <a:cubicBezTo>
                    <a:pt x="78146" y="49941"/>
                    <a:pt x="72434" y="56845"/>
                    <a:pt x="64577" y="58007"/>
                  </a:cubicBezTo>
                  <a:lnTo>
                    <a:pt x="80579" y="83344"/>
                  </a:lnTo>
                  <a:lnTo>
                    <a:pt x="71721" y="83344"/>
                  </a:lnTo>
                  <a:lnTo>
                    <a:pt x="56195" y="58007"/>
                  </a:lnTo>
                  <a:lnTo>
                    <a:pt x="45146" y="58007"/>
                  </a:lnTo>
                  <a:close/>
                  <a:moveTo>
                    <a:pt x="54195" y="51435"/>
                  </a:moveTo>
                  <a:cubicBezTo>
                    <a:pt x="61625" y="51435"/>
                    <a:pt x="70007" y="51435"/>
                    <a:pt x="70007" y="41910"/>
                  </a:cubicBezTo>
                  <a:cubicBezTo>
                    <a:pt x="70007" y="33909"/>
                    <a:pt x="63625" y="32385"/>
                    <a:pt x="57624" y="32385"/>
                  </a:cubicBezTo>
                  <a:lnTo>
                    <a:pt x="45146" y="32385"/>
                  </a:lnTo>
                  <a:lnTo>
                    <a:pt x="45146" y="5143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567">
                <a:solidFill>
                  <a:schemeClr val="bg1"/>
                </a:solidFill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09780" y="746620"/>
            <a:ext cx="11804463" cy="5987466"/>
          </a:xfrm>
          <a:prstGeom prst="rect">
            <a:avLst/>
          </a:prstGeom>
        </p:spPr>
        <p:txBody>
          <a:bodyPr vert="horz" lIns="91440" tIns="0" rIns="91440" bIns="0" rtlCol="0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A589ED4-99A7-154B-BB72-DF40B355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3" y="1"/>
            <a:ext cx="11814077" cy="626066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4DAE3-1891-054F-8B7F-CF901DD56EFF}"/>
              </a:ext>
            </a:extLst>
          </p:cNvPr>
          <p:cNvCxnSpPr>
            <a:cxnSpLocks/>
          </p:cNvCxnSpPr>
          <p:nvPr/>
        </p:nvCxnSpPr>
        <p:spPr>
          <a:xfrm>
            <a:off x="448106" y="671267"/>
            <a:ext cx="109728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5BEDB0A-686B-4A8A-9CDB-7CE903D17673}"/>
              </a:ext>
            </a:extLst>
          </p:cNvPr>
          <p:cNvCxnSpPr>
            <a:cxnSpLocks/>
          </p:cNvCxnSpPr>
          <p:nvPr userDrawn="1"/>
        </p:nvCxnSpPr>
        <p:spPr>
          <a:xfrm>
            <a:off x="188963" y="626066"/>
            <a:ext cx="118140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80F96196-23BE-4142-8F4A-2E8AF7100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857" y="6446522"/>
            <a:ext cx="912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3BD2672-75C2-438C-BF59-C55A35C73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42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3" r:id="rId2"/>
    <p:sldLayoutId id="2147483855" r:id="rId3"/>
    <p:sldLayoutId id="2147483858" r:id="rId4"/>
    <p:sldLayoutId id="2147483859" r:id="rId5"/>
    <p:sldLayoutId id="2147483791" r:id="rId6"/>
    <p:sldLayoutId id="2147483792" r:id="rId7"/>
    <p:sldLayoutId id="2147483794" r:id="rId8"/>
    <p:sldLayoutId id="2147483795" r:id="rId9"/>
    <p:sldLayoutId id="2147483797" r:id="rId10"/>
    <p:sldLayoutId id="2147483798" r:id="rId11"/>
    <p:sldLayoutId id="2147483799" r:id="rId12"/>
    <p:sldLayoutId id="2147483812" r:id="rId13"/>
    <p:sldLayoutId id="2147483800" r:id="rId14"/>
    <p:sldLayoutId id="2147483847" r:id="rId15"/>
    <p:sldLayoutId id="2147483828" r:id="rId16"/>
    <p:sldLayoutId id="2147483821" r:id="rId17"/>
    <p:sldLayoutId id="2147483822" r:id="rId18"/>
    <p:sldLayoutId id="2147483801" r:id="rId19"/>
    <p:sldLayoutId id="2147483823" r:id="rId20"/>
    <p:sldLayoutId id="2147483824" r:id="rId21"/>
    <p:sldLayoutId id="2147483827" r:id="rId22"/>
    <p:sldLayoutId id="2147483815" r:id="rId23"/>
  </p:sldLayoutIdLst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hf hdr="0" dt="0"/>
  <p:txStyles>
    <p:titleStyle>
      <a:lvl1pPr algn="l" defTabSz="509447" rtl="0" eaLnBrk="1" latinLnBrk="0" hangingPunct="1">
        <a:lnSpc>
          <a:spcPct val="90000"/>
        </a:lnSpc>
        <a:spcBef>
          <a:spcPct val="0"/>
        </a:spcBef>
        <a:buNone/>
        <a:defRPr sz="3200" b="0" kern="1200" cap="none" spc="28" baseline="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168275" indent="-168275" algn="l" defTabSz="509447" rtl="0" eaLnBrk="1" latinLnBrk="0" hangingPunct="1">
        <a:lnSpc>
          <a:spcPct val="95000"/>
        </a:lnSpc>
        <a:spcBef>
          <a:spcPts val="0"/>
        </a:spcBef>
        <a:spcAft>
          <a:spcPts val="1783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46050" algn="l" defTabSz="509447" rtl="0" eaLnBrk="1" latinLnBrk="0" hangingPunct="1">
        <a:lnSpc>
          <a:spcPct val="95000"/>
        </a:lnSpc>
        <a:spcBef>
          <a:spcPts val="0"/>
        </a:spcBef>
        <a:spcAft>
          <a:spcPts val="1783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0238" indent="-122238" algn="l" defTabSz="509447" rtl="0" eaLnBrk="1" latinLnBrk="0" hangingPunct="1">
        <a:lnSpc>
          <a:spcPct val="95000"/>
        </a:lnSpc>
        <a:spcBef>
          <a:spcPts val="0"/>
        </a:spcBef>
        <a:spcAft>
          <a:spcPts val="1783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96838" algn="l" defTabSz="509447" rtl="0" eaLnBrk="1" latinLnBrk="0" hangingPunct="1">
        <a:lnSpc>
          <a:spcPct val="95000"/>
        </a:lnSpc>
        <a:spcBef>
          <a:spcPts val="0"/>
        </a:spcBef>
        <a:spcAft>
          <a:spcPts val="1783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127000" algn="l" defTabSz="509447" rtl="0" eaLnBrk="1" latinLnBrk="0" hangingPunct="1">
        <a:lnSpc>
          <a:spcPct val="95000"/>
        </a:lnSpc>
        <a:spcBef>
          <a:spcPts val="0"/>
        </a:spcBef>
        <a:spcAft>
          <a:spcPts val="1783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00980" indent="-127362" algn="l" defTabSz="509447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655704" indent="-127362" algn="l" defTabSz="509447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910428" indent="-127362" algn="l" defTabSz="509447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165151" indent="-127362" algn="l" defTabSz="509447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1pPr>
      <a:lvl2pPr marL="254724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2pPr>
      <a:lvl3pPr marL="509447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3pPr>
      <a:lvl4pPr marL="764171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018894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273618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528341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783065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037789" algn="l" defTabSz="509447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61" userDrawn="1">
          <p15:clr>
            <a:srgbClr val="F26B43"/>
          </p15:clr>
        </p15:guide>
        <p15:guide id="2" pos="1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1.1220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OIM1998/AP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speed.readthedocs.io/en/latest/flops-profiler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nyu-mll/glue/viewer/sst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nyu-mll/glue/viewer/sst2?views%5B%5D=sst2_trai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rajpurkar/squad_v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5E85-6F67-CC4D-DDDB-51EC69409F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Adaptive Pruning &amp; Testing (APT) Evaluation</a:t>
            </a:r>
            <a:br>
              <a:rPr lang="en-US" sz="3200" dirty="0"/>
            </a:br>
            <a:r>
              <a:rPr lang="en-US" sz="1400" dirty="0"/>
              <a:t>Bowen Zhao, </a:t>
            </a:r>
            <a:r>
              <a:rPr lang="en-US" sz="1400" dirty="0" err="1"/>
              <a:t>Hannaneh</a:t>
            </a:r>
            <a:r>
              <a:rPr lang="en-US" sz="1400" dirty="0"/>
              <a:t> </a:t>
            </a:r>
            <a:r>
              <a:rPr lang="en-US" sz="1400" dirty="0" err="1"/>
              <a:t>Hajishirzi</a:t>
            </a:r>
            <a:r>
              <a:rPr lang="en-US" sz="1400" dirty="0"/>
              <a:t> and Qingqing Cao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14615-AFFC-6347-6A0C-01CD8D03BC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dirty="0"/>
              <a:t>Efficient Training/Inference for Large Language Models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A3A31-4841-649B-BFBC-D774C110A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3848" y="1934367"/>
            <a:ext cx="11676388" cy="1578853"/>
          </a:xfrm>
        </p:spPr>
        <p:txBody>
          <a:bodyPr>
            <a:normAutofit/>
          </a:bodyPr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Paper: https://arxiv.org/abs/2401.12200</a:t>
            </a:r>
            <a:endParaRPr lang="en-US" dirty="0"/>
          </a:p>
          <a:p>
            <a:r>
              <a:rPr lang="en-US" sz="1800" dirty="0"/>
              <a:t>Code: </a:t>
            </a:r>
            <a:r>
              <a:rPr lang="en-US" dirty="0">
                <a:hlinkClick r:id="rId4"/>
              </a:rPr>
              <a:t>https://github.com/ROIM1998/APT</a:t>
            </a:r>
            <a:endParaRPr lang="en-US" dirty="0"/>
          </a:p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F2922-2661-A941-BC03-4B397058259E}"/>
              </a:ext>
            </a:extLst>
          </p:cNvPr>
          <p:cNvSpPr txBox="1"/>
          <p:nvPr/>
        </p:nvSpPr>
        <p:spPr>
          <a:xfrm>
            <a:off x="8566484" y="5967664"/>
            <a:ext cx="4235116" cy="1135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Slides prepared:  Dr Anoop Krishnan</a:t>
            </a:r>
          </a:p>
          <a:p>
            <a:r>
              <a:rPr lang="en-US" sz="1600" dirty="0">
                <a:solidFill>
                  <a:schemeClr val="bg1"/>
                </a:solidFill>
              </a:rPr>
              <a:t>Assistant Research Professor</a:t>
            </a:r>
          </a:p>
          <a:p>
            <a:r>
              <a:rPr lang="en-US" sz="1600" dirty="0">
                <a:solidFill>
                  <a:schemeClr val="bg1"/>
                </a:solidFill>
              </a:rPr>
              <a:t>ODSRCI, SMU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56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80E5-B1D5-9D5F-B31B-2F80EFF6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&amp; What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EA3F5-618D-B1E1-024E-D16553A1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Motivation:</a:t>
            </a:r>
            <a:r>
              <a:rPr lang="en-US" sz="2000" dirty="0"/>
              <a:t> rising cost of full fine-tuning → need joint training </a:t>
            </a:r>
            <a:r>
              <a:rPr lang="en-US" sz="2000" i="1" dirty="0"/>
              <a:t>and</a:t>
            </a:r>
            <a:r>
              <a:rPr lang="en-US" sz="2000" dirty="0"/>
              <a:t> inference savings.</a:t>
            </a:r>
          </a:p>
          <a:p>
            <a:r>
              <a:rPr lang="en-US" sz="2000" b="1" dirty="0"/>
              <a:t>Core Innovation:</a:t>
            </a:r>
          </a:p>
          <a:p>
            <a:pPr lvl="1"/>
            <a:r>
              <a:rPr lang="en-US" sz="1400" dirty="0"/>
              <a:t>Adaptively selects model parameters for Pruning and fine-Tuning.</a:t>
            </a:r>
            <a:endParaRPr lang="en-US" sz="1400" b="1" dirty="0"/>
          </a:p>
          <a:p>
            <a:pPr lvl="1"/>
            <a:r>
              <a:rPr lang="en-US" sz="1400" dirty="0"/>
              <a:t>Dynamically </a:t>
            </a:r>
            <a:r>
              <a:rPr lang="en-US" sz="1400" b="1" dirty="0"/>
              <a:t>prunes unimportant parameters</a:t>
            </a:r>
            <a:r>
              <a:rPr lang="en-US" sz="1400" dirty="0"/>
              <a:t> (heads, neurons, dimensions)</a:t>
            </a:r>
          </a:p>
          <a:p>
            <a:pPr lvl="1"/>
            <a:r>
              <a:rPr lang="en-US" sz="1400" b="1" dirty="0"/>
              <a:t>Adaptively tunes</a:t>
            </a:r>
            <a:r>
              <a:rPr lang="en-US" sz="1400" dirty="0"/>
              <a:t> salient layers via </a:t>
            </a:r>
            <a:r>
              <a:rPr lang="en-US" sz="1400" dirty="0" err="1"/>
              <a:t>LoRA</a:t>
            </a:r>
            <a:r>
              <a:rPr lang="en-US" sz="1400" dirty="0"/>
              <a:t> rank expansion</a:t>
            </a:r>
            <a:br>
              <a:rPr lang="en-US" sz="1600" dirty="0"/>
            </a:br>
            <a:endParaRPr lang="en-US" sz="1600" dirty="0"/>
          </a:p>
          <a:p>
            <a:pPr marL="254000" lvl="1" indent="0">
              <a:buNone/>
            </a:pPr>
            <a:r>
              <a:rPr lang="en-US" sz="1600" b="1" dirty="0"/>
              <a:t>Key Benefits:</a:t>
            </a:r>
            <a:endParaRPr lang="en-US" sz="1600" dirty="0"/>
          </a:p>
          <a:p>
            <a:pPr lvl="1"/>
            <a:r>
              <a:rPr lang="en-US" sz="1400" dirty="0"/>
              <a:t>Up to </a:t>
            </a:r>
            <a:r>
              <a:rPr lang="en-US" sz="1400" b="1" dirty="0"/>
              <a:t>8x faster training</a:t>
            </a:r>
            <a:r>
              <a:rPr lang="en-US" sz="1400" dirty="0"/>
              <a:t> &amp; </a:t>
            </a:r>
            <a:r>
              <a:rPr lang="en-US" sz="1400" b="1" dirty="0"/>
              <a:t>70% lower memory</a:t>
            </a:r>
            <a:r>
              <a:rPr lang="en-US" sz="1400" dirty="0"/>
              <a:t> vs. baselines</a:t>
            </a:r>
          </a:p>
          <a:p>
            <a:pPr lvl="1"/>
            <a:r>
              <a:rPr lang="en-US" sz="1400" dirty="0"/>
              <a:t>Maintains &gt;</a:t>
            </a:r>
            <a:r>
              <a:rPr lang="en-US" sz="1400" b="1" dirty="0"/>
              <a:t> 98% accuracy</a:t>
            </a:r>
            <a:r>
              <a:rPr lang="en-US" sz="1400" dirty="0"/>
              <a:t> at 60% sparsity (</a:t>
            </a:r>
            <a:r>
              <a:rPr lang="en-US" sz="1400" dirty="0" err="1"/>
              <a:t>RoBERTa</a:t>
            </a:r>
            <a:r>
              <a:rPr lang="en-US" sz="1400" dirty="0"/>
              <a:t>/T5)</a:t>
            </a:r>
          </a:p>
          <a:p>
            <a:pPr lvl="1"/>
            <a:r>
              <a:rPr lang="en-US" sz="1400" b="1" dirty="0"/>
              <a:t>Self-distillation</a:t>
            </a:r>
            <a:r>
              <a:rPr lang="en-US" sz="1400" dirty="0"/>
              <a:t> avoids separate teacher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32A3A-00C7-0E54-88BB-83110221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17" y="4788487"/>
            <a:ext cx="4377114" cy="1962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4D2778-5B65-8BED-E1F7-AA2B4E4A20B9}"/>
              </a:ext>
            </a:extLst>
          </p:cNvPr>
          <p:cNvSpPr txBox="1"/>
          <p:nvPr/>
        </p:nvSpPr>
        <p:spPr>
          <a:xfrm>
            <a:off x="5168460" y="5185057"/>
            <a:ext cx="38742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APT Overview: APT jointly prunes and tunes pretrained Transformers by alternating between structured pruning and low-rank adaptation, guided by salience scores and constrained by a MAC budget.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72DCD-AF95-4767-DAE4-F4FD5B133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05525">
              <a:defRPr/>
            </a:pPr>
            <a:fld id="{B3BD2672-75C2-438C-BF59-C55A35C73CD5}" type="slidenum">
              <a:rPr lang="en-US" smtClean="0">
                <a:solidFill>
                  <a:prstClr val="white"/>
                </a:solidFill>
              </a:rPr>
              <a:pPr defTabSz="905525">
                <a:defRPr/>
              </a:pPr>
              <a:t>2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60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9BAE-C41F-1327-2A48-808A122F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LoRA</a:t>
            </a:r>
            <a:r>
              <a:rPr lang="en-US" dirty="0"/>
              <a:t> and APT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D6D57B-AC8C-B484-B2D2-D51354CBC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765" y="958984"/>
            <a:ext cx="4619515" cy="20713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40DDD6-F1E8-9CBE-A8F6-B22DA217A450}"/>
                  </a:ext>
                </a:extLst>
              </p:cNvPr>
              <p:cNvSpPr txBox="1"/>
              <p:nvPr/>
            </p:nvSpPr>
            <p:spPr>
              <a:xfrm>
                <a:off x="721894" y="3323533"/>
                <a:ext cx="8450982" cy="332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Low-Rank Adaptation (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LoRA</a:t>
                </a:r>
                <a:r>
                  <a:rPr lang="en-US" sz="1600" dirty="0">
                    <a:solidFill>
                      <a:schemeClr val="bg1"/>
                    </a:solidFill>
                  </a:rPr>
                  <a:t>) and Adaptively Pruned Transfer (APT) Matrix Operations: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l-PL" sz="1600" dirty="0">
                    <a:solidFill>
                      <a:schemeClr val="bg1"/>
                    </a:solidFill>
                  </a:rPr>
                  <a:t>LoRA:</a:t>
                </a:r>
                <a:endParaRPr lang="en-US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Uses two smaller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𝐴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</a:rPr>
                      <m:t>𝜀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𝑟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∗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𝑑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bg1"/>
                        </a:solidFill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𝐵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</a:rPr>
                      <m:t>𝜀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𝑑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∗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𝑟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bg1"/>
                        </a:solidFill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with low rank r ≪ 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</a:rPr>
                  <a:t>APT Adapter: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Applies structured pruning mask MMM, further reducing parameter counts with adaptive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</a:rPr>
                          <m:t>𝑎𝑝𝑡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</a:rPr>
                      <m:t>≤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r.</a:t>
                </a:r>
              </a:p>
              <a:p>
                <a:pPr marL="1194519" lvl="2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40DDD6-F1E8-9CBE-A8F6-B22DA217A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94" y="3323533"/>
                <a:ext cx="8450982" cy="3324436"/>
              </a:xfrm>
              <a:prstGeom prst="rect">
                <a:avLst/>
              </a:prstGeom>
              <a:blipFill>
                <a:blip r:embed="rId3"/>
                <a:stretch>
                  <a:fillRect l="-360" t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F07CEB9-9A4F-6A18-F53E-EDBBEA393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457" y="3846925"/>
            <a:ext cx="1759040" cy="3492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874733-C08B-7E05-83D8-340C1611D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0268" y="5260147"/>
            <a:ext cx="2273417" cy="323867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22575CC-5E2A-E5FA-FBF5-4DC784B8E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05525">
              <a:defRPr/>
            </a:pPr>
            <a:fld id="{B3BD2672-75C2-438C-BF59-C55A35C73CD5}" type="slidenum">
              <a:rPr lang="en-US" smtClean="0">
                <a:solidFill>
                  <a:prstClr val="white"/>
                </a:solidFill>
              </a:rPr>
              <a:pPr defTabSz="905525">
                <a:defRPr/>
              </a:pPr>
              <a:t>3</a:t>
            </a:fld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72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3FFAA6-A314-1FEB-65C9-DE7E434DC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Measures model quality after pruning/tuning</a:t>
            </a:r>
            <a:endParaRPr lang="en-US" b="1" dirty="0"/>
          </a:p>
          <a:p>
            <a:r>
              <a:rPr lang="en-US" b="1" dirty="0"/>
              <a:t>Task Performance:</a:t>
            </a:r>
            <a:r>
              <a:rPr lang="en-US" dirty="0"/>
              <a:t> Accuracy (GLUE), F1 (</a:t>
            </a:r>
            <a:r>
              <a:rPr lang="en-US" dirty="0" err="1"/>
              <a:t>SQuAD</a:t>
            </a:r>
            <a:r>
              <a:rPr lang="en-US" dirty="0"/>
              <a:t>)</a:t>
            </a:r>
          </a:p>
          <a:p>
            <a:r>
              <a:rPr lang="en-US" b="1" dirty="0"/>
              <a:t>Efficiency:</a:t>
            </a:r>
            <a:endParaRPr lang="en-US" dirty="0"/>
          </a:p>
          <a:p>
            <a:pPr lvl="1"/>
            <a:r>
              <a:rPr lang="en-US" i="1" dirty="0"/>
              <a:t>Training:</a:t>
            </a:r>
            <a:r>
              <a:rPr lang="en-US" dirty="0"/>
              <a:t> </a:t>
            </a:r>
            <a:r>
              <a:rPr lang="en-US" b="1" dirty="0"/>
              <a:t>Peak memory</a:t>
            </a:r>
            <a:r>
              <a:rPr lang="en-US" dirty="0"/>
              <a:t>, time-to-accuracy (TTA)</a:t>
            </a:r>
          </a:p>
          <a:p>
            <a:pPr lvl="2"/>
            <a:r>
              <a:rPr lang="en-US" i="1" dirty="0"/>
              <a:t>Definition:</a:t>
            </a:r>
            <a:r>
              <a:rPr lang="en-US" dirty="0"/>
              <a:t> </a:t>
            </a:r>
            <a:r>
              <a:rPr lang="en-US" dirty="0">
                <a:highlight>
                  <a:srgbClr val="FFFF00"/>
                </a:highlight>
              </a:rPr>
              <a:t>Maximum GPU memory consumed during training</a:t>
            </a:r>
            <a:r>
              <a:rPr lang="en-US" dirty="0"/>
              <a:t>.</a:t>
            </a:r>
          </a:p>
          <a:p>
            <a:pPr lvl="2"/>
            <a:r>
              <a:rPr lang="en-US" i="1" dirty="0"/>
              <a:t>Why it matters:</a:t>
            </a:r>
            <a:r>
              <a:rPr lang="en-US" dirty="0"/>
              <a:t> Directly impacts hardware requirements; </a:t>
            </a:r>
            <a:r>
              <a:rPr lang="en-US" dirty="0">
                <a:highlight>
                  <a:srgbClr val="FFFF00"/>
                </a:highlight>
              </a:rPr>
              <a:t>lower = accessible to resource-constrained environments.</a:t>
            </a:r>
          </a:p>
          <a:p>
            <a:pPr marL="508000" lvl="2" indent="0">
              <a:buNone/>
            </a:pPr>
            <a:r>
              <a:rPr lang="en-US" b="1" dirty="0"/>
              <a:t>Time to Accuracy (TTA)</a:t>
            </a:r>
            <a:r>
              <a:rPr lang="en-US" dirty="0"/>
              <a:t>:</a:t>
            </a:r>
          </a:p>
          <a:p>
            <a:pPr lvl="2"/>
            <a:r>
              <a:rPr lang="en-US" i="1" dirty="0"/>
              <a:t>Definition:</a:t>
            </a:r>
            <a:r>
              <a:rPr lang="en-US" dirty="0"/>
              <a:t> </a:t>
            </a:r>
            <a:r>
              <a:rPr lang="en-US" dirty="0">
                <a:highlight>
                  <a:srgbClr val="FFFF00"/>
                </a:highlight>
              </a:rPr>
              <a:t>Time required to reach target performance </a:t>
            </a:r>
            <a:r>
              <a:rPr lang="en-US" dirty="0"/>
              <a:t>(e.g., 97% of full model's accuracy).</a:t>
            </a:r>
          </a:p>
          <a:p>
            <a:pPr lvl="2"/>
            <a:r>
              <a:rPr lang="en-US" i="1" dirty="0"/>
              <a:t>Why it matters:</a:t>
            </a:r>
            <a:r>
              <a:rPr lang="en-US" dirty="0"/>
              <a:t> Quantifies convergence speed</a:t>
            </a:r>
            <a:r>
              <a:rPr lang="en-US" dirty="0">
                <a:highlight>
                  <a:srgbClr val="FFFF00"/>
                </a:highlight>
              </a:rPr>
              <a:t>; lower TTA = faster experimentation</a:t>
            </a:r>
            <a:r>
              <a:rPr lang="en-US" dirty="0"/>
              <a:t>.</a:t>
            </a:r>
          </a:p>
          <a:p>
            <a:pPr lvl="2"/>
            <a:endParaRPr lang="en-US" dirty="0"/>
          </a:p>
          <a:p>
            <a:pPr lvl="1"/>
            <a:r>
              <a:rPr lang="en-US" i="1" dirty="0"/>
              <a:t>Inference:</a:t>
            </a:r>
            <a:r>
              <a:rPr lang="en-US" dirty="0"/>
              <a:t> Latency, throughput(data processed per second), parameter count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CEAFC8-B73C-ECD4-F14D-7CAE210B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Framework of APT framework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FB0DF-4140-B935-7C20-AF767E59B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2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5ADCC9-68E3-ED65-0145-312A6BB13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APT evaluation process is designed to be systematic and revealing:</a:t>
            </a:r>
          </a:p>
          <a:p>
            <a:r>
              <a:rPr lang="en-US" b="1" dirty="0"/>
              <a:t>Model Preparation:</a:t>
            </a:r>
            <a:r>
              <a:rPr lang="en-US" dirty="0"/>
              <a:t> A base model is selected, </a:t>
            </a:r>
            <a:r>
              <a:rPr lang="en-US" dirty="0">
                <a:highlight>
                  <a:srgbClr val="FFFF00"/>
                </a:highlight>
              </a:rPr>
              <a:t>and </a:t>
            </a:r>
            <a:r>
              <a:rPr lang="en-US" dirty="0" err="1">
                <a:highlight>
                  <a:srgbClr val="FFFF00"/>
                </a:highlight>
              </a:rPr>
              <a:t>LoRA</a:t>
            </a:r>
            <a:r>
              <a:rPr lang="en-US" dirty="0">
                <a:highlight>
                  <a:srgbClr val="FFFF00"/>
                </a:highlight>
              </a:rPr>
              <a:t> adapters are immediately applied to all relevant layers,</a:t>
            </a:r>
            <a:r>
              <a:rPr lang="en-US" dirty="0"/>
              <a:t> allowing for the collection of salience statistics while the main weights remain frozen.</a:t>
            </a:r>
          </a:p>
          <a:p>
            <a:endParaRPr lang="en-US" dirty="0"/>
          </a:p>
          <a:p>
            <a:r>
              <a:rPr lang="en-US" b="1" dirty="0"/>
              <a:t>Pruning and Adaptation:</a:t>
            </a:r>
            <a:r>
              <a:rPr lang="en-US" dirty="0"/>
              <a:t> The model undergoes a </a:t>
            </a:r>
            <a:r>
              <a:rPr lang="en-US" dirty="0">
                <a:highlight>
                  <a:srgbClr val="FFFF00"/>
                </a:highlight>
              </a:rPr>
              <a:t>series of pruning steps, guided by a target computational budget</a:t>
            </a:r>
            <a:r>
              <a:rPr lang="en-US" dirty="0"/>
              <a:t> (Multiply Accumulate(MAC) constraint). After each pruning pass, APT dynamically adjusts the </a:t>
            </a:r>
            <a:r>
              <a:rPr lang="en-US" dirty="0" err="1"/>
              <a:t>LoRA</a:t>
            </a:r>
            <a:r>
              <a:rPr lang="en-US" dirty="0"/>
              <a:t> ranks in the most salient layers to recover performance.</a:t>
            </a:r>
          </a:p>
          <a:p>
            <a:endParaRPr lang="en-US" dirty="0"/>
          </a:p>
          <a:p>
            <a:r>
              <a:rPr lang="en-US" b="1" dirty="0"/>
              <a:t>Self-Distillation and Fine-Tuning:</a:t>
            </a:r>
            <a:r>
              <a:rPr lang="en-US" dirty="0"/>
              <a:t> Once the target sparsity is achieved, </a:t>
            </a:r>
            <a:r>
              <a:rPr lang="en-US" dirty="0">
                <a:highlight>
                  <a:srgbClr val="FFFF00"/>
                </a:highlight>
              </a:rPr>
              <a:t>the unpruned backbone acts as a teacher to guide the pruned student model through self-distillation</a:t>
            </a:r>
            <a:r>
              <a:rPr lang="en-US" dirty="0"/>
              <a:t>, which is followed by a brief supervised fine-tuning phase.</a:t>
            </a:r>
          </a:p>
          <a:p>
            <a:endParaRPr lang="en-US" dirty="0"/>
          </a:p>
          <a:p>
            <a:r>
              <a:rPr lang="en-US" b="1" dirty="0"/>
              <a:t>Post-Training Export:</a:t>
            </a:r>
            <a:r>
              <a:rPr lang="en-US" dirty="0"/>
              <a:t> Finally, the pruned model is serialized into the standard Hugging Face format, with the pruned components physically removed. </a:t>
            </a:r>
            <a:r>
              <a:rPr lang="en-US" dirty="0">
                <a:highlight>
                  <a:srgbClr val="FFFF00"/>
                </a:highlight>
              </a:rPr>
              <a:t>This results in a smaller, faster model that can be easily deployed.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D64A5-F8D4-3876-8550-182ED9FC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Closer Look at the Experimental Workflow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F2EC6-4E22-0529-F6D8-4CA5714B9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05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26A5D-07B7-8C90-180A-E3943D026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APT Test on NVIDIA </a:t>
            </a:r>
            <a:r>
              <a:rPr lang="en-US" b="1" dirty="0" err="1"/>
              <a:t>SuperPOD</a:t>
            </a:r>
            <a:endParaRPr lang="en-US" b="1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/>
              <a:t>Environment &amp; Resources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/>
              <a:t>SuperPOD</a:t>
            </a:r>
            <a:r>
              <a:rPr lang="en-US" altLang="en-US" sz="1600" b="1" dirty="0"/>
              <a:t> node</a:t>
            </a:r>
            <a:r>
              <a:rPr lang="en-US" altLang="en-US" sz="1600" dirty="0"/>
              <a:t> ― 2× NVIDIA GPUs | 8 CPU cores | 512 GB RAM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/>
              <a:t>Slurm</a:t>
            </a:r>
            <a:r>
              <a:rPr lang="en-US" altLang="en-US" sz="1600" b="1" dirty="0"/>
              <a:t> launch</a:t>
            </a:r>
            <a:r>
              <a:rPr lang="en-US" altLang="en-US" sz="1600" dirty="0"/>
              <a:t> $ </a:t>
            </a:r>
            <a:r>
              <a:rPr lang="en-US" altLang="en-US" sz="1600" dirty="0" err="1"/>
              <a:t>srun</a:t>
            </a:r>
            <a:r>
              <a:rPr lang="en-US" altLang="en-US" sz="1600" dirty="0"/>
              <a:t> -A &lt;account&gt; -N2 -G2 -c8 --mem=512G --time=48:00:00 --</a:t>
            </a:r>
            <a:r>
              <a:rPr lang="en-US" altLang="en-US" sz="1600" dirty="0" err="1"/>
              <a:t>pty</a:t>
            </a:r>
            <a:r>
              <a:rPr lang="en-US" altLang="en-US" sz="1600" dirty="0"/>
              <a:t> $SHELL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/>
              <a:t>Software Stack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Conda env </a:t>
            </a:r>
            <a:r>
              <a:rPr lang="en-US" altLang="en-US" sz="1600" b="1" dirty="0"/>
              <a:t>apt</a:t>
            </a:r>
            <a:r>
              <a:rPr lang="en-US" altLang="en-US" sz="1600" dirty="0"/>
              <a:t> | GCC 11.2 | CUDA 12.1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/>
              <a:t>PyTorch</a:t>
            </a:r>
            <a:r>
              <a:rPr lang="en-US" altLang="en-US" sz="1600" dirty="0"/>
              <a:t> 2.0.1 | </a:t>
            </a:r>
            <a:r>
              <a:rPr lang="en-US" altLang="en-US" sz="1600" dirty="0" err="1"/>
              <a:t>DeepSpeed</a:t>
            </a:r>
            <a:r>
              <a:rPr lang="en-US" altLang="en-US" sz="1600" dirty="0"/>
              <a:t> 0.14.2 | Transformers 4.33.1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Triton 2.0.0 | python ≥3.10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1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/>
              <a:t>Execution Steps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/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module load </a:t>
            </a:r>
            <a:r>
              <a:rPr lang="en-US" altLang="en-US" sz="1600" dirty="0" err="1"/>
              <a:t>gcc</a:t>
            </a:r>
            <a:r>
              <a:rPr lang="en-US" altLang="en-US" sz="1600" dirty="0"/>
              <a:t>/11.2.0 </a:t>
            </a:r>
            <a:r>
              <a:rPr lang="en-US" altLang="en-US" sz="1600" dirty="0" err="1"/>
              <a:t>cuda</a:t>
            </a:r>
            <a:r>
              <a:rPr lang="en-US" altLang="en-US" sz="1600" dirty="0"/>
              <a:t>/12.1</a:t>
            </a: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 err="1"/>
              <a:t>conda</a:t>
            </a:r>
            <a:r>
              <a:rPr lang="en-US" altLang="en-US" sz="1600" dirty="0"/>
              <a:t> activate apt</a:t>
            </a: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export LD_LIBRARY_PATH=$CONDA_PREFIX/lib:$CUDA_HOME/lib64:$LD_LIBRARY_PATH</a:t>
            </a: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Run script: bash scripts/adaptpruning/roberta_base_sst2_momentum.sh</a:t>
            </a:r>
          </a:p>
          <a:p>
            <a:pPr marL="342900" lvl="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/>
              <a:t>Profiler used: </a:t>
            </a:r>
            <a:r>
              <a:rPr lang="en-US" sz="1600" dirty="0"/>
              <a:t>the runs were instrumented with </a:t>
            </a:r>
            <a:r>
              <a:rPr lang="en-US" sz="1600" b="1" dirty="0" err="1"/>
              <a:t>DeepSpeed’s</a:t>
            </a:r>
            <a:r>
              <a:rPr lang="en-US" sz="1600" b="1" dirty="0"/>
              <a:t> built-in </a:t>
            </a:r>
            <a:r>
              <a:rPr lang="en-US" sz="1600" b="1" i="1" dirty="0"/>
              <a:t>FLOPs Profiler </a:t>
            </a:r>
            <a:r>
              <a:rPr lang="en-US" altLang="en-US" sz="1600" dirty="0"/>
              <a:t>- </a:t>
            </a:r>
            <a:r>
              <a:rPr lang="en-US" sz="1600" dirty="0">
                <a:hlinkClick r:id="rId3"/>
              </a:rPr>
              <a:t>Flops Profiler — </a:t>
            </a:r>
            <a:r>
              <a:rPr lang="en-US" sz="1600" dirty="0" err="1">
                <a:hlinkClick r:id="rId3"/>
              </a:rPr>
              <a:t>DeepSpeed</a:t>
            </a:r>
            <a:r>
              <a:rPr lang="en-US" sz="1600" dirty="0">
                <a:hlinkClick r:id="rId3"/>
              </a:rPr>
              <a:t> 0.17.3 documentation</a:t>
            </a:r>
            <a:endParaRPr lang="en-US" altLang="en-US" sz="1600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/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300" dirty="0"/>
              <a:t>It is an easy-to-use deep learning optimization software suite that powers unprecedented scale and speed for both training and inference. With </a:t>
            </a:r>
            <a:r>
              <a:rPr lang="en-US" sz="1300" dirty="0" err="1"/>
              <a:t>DeepSpeed</a:t>
            </a:r>
            <a:r>
              <a:rPr lang="en-US" sz="1300" dirty="0"/>
              <a:t> you can: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300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/>
              <a:t>Train/Inference dense or sparse models with billions or trillions of parameters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300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/>
              <a:t>Achieve excellent system throughput and efficiently scale to thousands of GPUs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300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/>
              <a:t>Train/Inference on resource constrained GPU systems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300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/>
              <a:t>Achieve unprecedented low latency and high throughput for inference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300" dirty="0"/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dirty="0"/>
              <a:t>Achieve extreme compression for an unparalleled inference latency and model size reduction with low costs</a:t>
            </a:r>
            <a:endParaRPr lang="en-US" dirty="0"/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/>
              <a:t>	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F27521-F614-4FA5-5E0B-ABE583D5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evaluation?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45AE1-3E97-D665-CDD2-5DC05EA3B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5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0D220A-4789-B463-08F9-7AA8C76DE7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7472" y="856034"/>
          <a:ext cx="11555569" cy="52529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9760">
                  <a:extLst>
                    <a:ext uri="{9D8B030D-6E8A-4147-A177-3AD203B41FA5}">
                      <a16:colId xmlns:a16="http://schemas.microsoft.com/office/drawing/2014/main" val="3989796875"/>
                    </a:ext>
                  </a:extLst>
                </a:gridCol>
                <a:gridCol w="858640">
                  <a:extLst>
                    <a:ext uri="{9D8B030D-6E8A-4147-A177-3AD203B41FA5}">
                      <a16:colId xmlns:a16="http://schemas.microsoft.com/office/drawing/2014/main" val="1227063270"/>
                    </a:ext>
                  </a:extLst>
                </a:gridCol>
                <a:gridCol w="1102877">
                  <a:extLst>
                    <a:ext uri="{9D8B030D-6E8A-4147-A177-3AD203B41FA5}">
                      <a16:colId xmlns:a16="http://schemas.microsoft.com/office/drawing/2014/main" val="2281365996"/>
                    </a:ext>
                  </a:extLst>
                </a:gridCol>
                <a:gridCol w="1249047">
                  <a:extLst>
                    <a:ext uri="{9D8B030D-6E8A-4147-A177-3AD203B41FA5}">
                      <a16:colId xmlns:a16="http://schemas.microsoft.com/office/drawing/2014/main" val="1742800195"/>
                    </a:ext>
                  </a:extLst>
                </a:gridCol>
                <a:gridCol w="1347819">
                  <a:extLst>
                    <a:ext uri="{9D8B030D-6E8A-4147-A177-3AD203B41FA5}">
                      <a16:colId xmlns:a16="http://schemas.microsoft.com/office/drawing/2014/main" val="2461377717"/>
                    </a:ext>
                  </a:extLst>
                </a:gridCol>
                <a:gridCol w="1282353">
                  <a:extLst>
                    <a:ext uri="{9D8B030D-6E8A-4147-A177-3AD203B41FA5}">
                      <a16:colId xmlns:a16="http://schemas.microsoft.com/office/drawing/2014/main" val="1952742572"/>
                    </a:ext>
                  </a:extLst>
                </a:gridCol>
                <a:gridCol w="825577">
                  <a:extLst>
                    <a:ext uri="{9D8B030D-6E8A-4147-A177-3AD203B41FA5}">
                      <a16:colId xmlns:a16="http://schemas.microsoft.com/office/drawing/2014/main" val="1408487922"/>
                    </a:ext>
                  </a:extLst>
                </a:gridCol>
                <a:gridCol w="1854748">
                  <a:extLst>
                    <a:ext uri="{9D8B030D-6E8A-4147-A177-3AD203B41FA5}">
                      <a16:colId xmlns:a16="http://schemas.microsoft.com/office/drawing/2014/main" val="2822957038"/>
                    </a:ext>
                  </a:extLst>
                </a:gridCol>
                <a:gridCol w="1854748">
                  <a:extLst>
                    <a:ext uri="{9D8B030D-6E8A-4147-A177-3AD203B41FA5}">
                      <a16:colId xmlns:a16="http://schemas.microsoft.com/office/drawing/2014/main" val="1178677546"/>
                    </a:ext>
                  </a:extLst>
                </a:gridCol>
              </a:tblGrid>
              <a:tr h="1760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Model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Dataset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Metric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Baseline – Finetuned (from paper)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(w/o </a:t>
                      </a:r>
                      <a:r>
                        <a:rPr lang="en-US" sz="1400" kern="100" dirty="0" err="1">
                          <a:effectLst/>
                          <a:latin typeface="+mn-lt"/>
                        </a:rPr>
                        <a:t>LoRA</a:t>
                      </a:r>
                      <a:r>
                        <a:rPr lang="en-US" sz="1400" kern="100" dirty="0">
                          <a:effectLst/>
                          <a:latin typeface="+mn-lt"/>
                        </a:rPr>
                        <a:t>)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Best of APT framework run on </a:t>
                      </a:r>
                      <a:r>
                        <a:rPr lang="en-US" sz="1400" kern="100" dirty="0" err="1">
                          <a:effectLst/>
                          <a:latin typeface="+mn-lt"/>
                        </a:rPr>
                        <a:t>SuperPOD</a:t>
                      </a:r>
                      <a:endParaRPr lang="en-US" sz="1400" kern="100" dirty="0">
                        <a:effectLst/>
                        <a:latin typeface="+mn-lt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50944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Best of APT framework from paper</a:t>
                      </a:r>
                      <a:endParaRPr lang="en-US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Δ (%)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[1 - 2]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Trainable (</a:t>
                      </a:r>
                      <a:r>
                        <a:rPr lang="en-US" sz="1400" kern="100" dirty="0" err="1">
                          <a:effectLst/>
                          <a:latin typeface="+mn-lt"/>
                        </a:rPr>
                        <a:t>LoRA</a:t>
                      </a:r>
                      <a:r>
                        <a:rPr lang="en-US" sz="1400" kern="100" dirty="0">
                          <a:effectLst/>
                          <a:latin typeface="+mn-lt"/>
                        </a:rPr>
                        <a:t>) params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Pruned params / Original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988308"/>
                  </a:ext>
                </a:extLst>
              </a:tr>
              <a:tr h="73225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+mn-lt"/>
                        </a:rPr>
                        <a:t> </a:t>
                      </a:r>
                      <a:endParaRPr lang="en-US" sz="1600" kern="100" dirty="0">
                        <a:effectLst/>
                        <a:latin typeface="+mn-lt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 dirty="0">
                        <a:effectLst/>
                        <a:latin typeface="+mn-lt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  <a:latin typeface="+mn-lt"/>
                        </a:rPr>
                        <a:t>RoBERTa</a:t>
                      </a:r>
                      <a:r>
                        <a:rPr lang="en-US" sz="1400" kern="100" dirty="0">
                          <a:effectLst/>
                          <a:latin typeface="+mn-lt"/>
                        </a:rPr>
                        <a:t>-base</a:t>
                      </a:r>
                      <a:endParaRPr lang="en-US" sz="1600" kern="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SST-2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94.8 %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94.5 %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94.5 %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1.6 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49.5 M /125 M </a:t>
                      </a:r>
                      <a:r>
                        <a:rPr lang="en-US" sz="1600" kern="100" dirty="0">
                          <a:effectLst/>
                          <a:latin typeface="+mn-lt"/>
                        </a:rPr>
                        <a:t>≈ 61 % pruned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899379"/>
                  </a:ext>
                </a:extLst>
              </a:tr>
              <a:tr h="82565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MNLI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accuracy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87.6 %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</a:rPr>
                        <a:t>85.62 %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86.4 %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-0.78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1.23 M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85.05 M / 125 M ≈ 32 % pruned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4083821"/>
                  </a:ext>
                </a:extLst>
              </a:tr>
              <a:tr h="8256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  <a:latin typeface="+mn-lt"/>
                        </a:rPr>
                        <a:t>SQuAD</a:t>
                      </a:r>
                      <a:r>
                        <a:rPr lang="en-US" sz="1600" kern="100" dirty="0">
                          <a:effectLst/>
                          <a:latin typeface="+mn-lt"/>
                        </a:rPr>
                        <a:t> v2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F1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82.9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81.42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81.8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-0.38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1.69 M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34.85 M / 125 M ≈ 72 % pruned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8372142"/>
                  </a:ext>
                </a:extLst>
              </a:tr>
              <a:tr h="11091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+mn-lt"/>
                        </a:rPr>
                        <a:t>T5-base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SST-2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accuracy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95.2 %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</a:rPr>
                        <a:t>94.84 %</a:t>
                      </a:r>
                      <a:endParaRPr lang="en-US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95 %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-0.16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5.51 M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</a:rPr>
                        <a:t>118.94 M / 220 M ≈ 46 % pruned</a:t>
                      </a:r>
                      <a:endParaRPr lang="en-US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0416448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9A563B4-F27C-3664-D6C8-8AAB9B95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Result on APT evaluation run on </a:t>
            </a:r>
            <a:r>
              <a:rPr lang="en-US" sz="2400" dirty="0" err="1"/>
              <a:t>SuperPOD</a:t>
            </a:r>
            <a:r>
              <a:rPr lang="en-US" sz="2400" dirty="0"/>
              <a:t> vs APT evaluation presented in the paper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405C69-AB0D-D252-8580-BF2663CE1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85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BC95E-4088-BE35-2891-77CA660E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Binary sentiment classification (67K sentences)</a:t>
            </a:r>
          </a:p>
          <a:p>
            <a:r>
              <a:rPr lang="en-US" dirty="0"/>
              <a:t>Source: </a:t>
            </a:r>
            <a:r>
              <a:rPr lang="en-US" dirty="0" err="1">
                <a:hlinkClick r:id="rId3"/>
              </a:rPr>
              <a:t>nyu-mll</a:t>
            </a:r>
            <a:r>
              <a:rPr lang="en-US" dirty="0">
                <a:hlinkClick r:id="rId3"/>
              </a:rPr>
              <a:t>/glue · Datasets at Hugging Face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Target: 60% sparsity, </a:t>
            </a:r>
            <a:r>
              <a:rPr lang="en-US" dirty="0" err="1"/>
              <a:t>LoRA</a:t>
            </a:r>
            <a:r>
              <a:rPr lang="en-US" dirty="0"/>
              <a:t> rank = 8 → 1.6M tunable params</a:t>
            </a:r>
            <a:br>
              <a:rPr lang="en-US" dirty="0"/>
            </a:br>
            <a:endParaRPr lang="en-US" b="1" dirty="0"/>
          </a:p>
          <a:p>
            <a:r>
              <a:rPr lang="en-US" b="1" dirty="0"/>
              <a:t>Results:</a:t>
            </a:r>
            <a:endParaRPr lang="en-US" dirty="0"/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94.5% accuracy</a:t>
            </a:r>
            <a:r>
              <a:rPr lang="en-US" dirty="0">
                <a:highlight>
                  <a:srgbClr val="FFFF00"/>
                </a:highlight>
              </a:rPr>
              <a:t> (vs. 94.8% full fine-tuning from paper)  </a:t>
            </a:r>
          </a:p>
          <a:p>
            <a:pPr marL="2540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			vs (94.5% - APT framework from the paper)</a:t>
            </a:r>
          </a:p>
          <a:p>
            <a:pPr lvl="1"/>
            <a:r>
              <a:rPr lang="en-US" b="1" dirty="0"/>
              <a:t>70.1% training memory</a:t>
            </a:r>
            <a:r>
              <a:rPr lang="en-US" dirty="0"/>
              <a:t> reduction</a:t>
            </a:r>
          </a:p>
          <a:p>
            <a:pPr lvl="1"/>
            <a:r>
              <a:rPr lang="en-US" b="1" dirty="0"/>
              <a:t>2.4x faster inference (throughput)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196780-1C1E-BBC2-108B-DCD66FAE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Case 1 of APT framework on </a:t>
            </a:r>
            <a:r>
              <a:rPr lang="en-US" sz="2800" dirty="0" err="1"/>
              <a:t>SuperPOD</a:t>
            </a:r>
            <a:r>
              <a:rPr lang="en-US" sz="2800" dirty="0"/>
              <a:t> - </a:t>
            </a:r>
            <a:r>
              <a:rPr lang="en-US" sz="2800" dirty="0" err="1"/>
              <a:t>RoBERTa</a:t>
            </a:r>
            <a:r>
              <a:rPr lang="en-US" sz="2800" dirty="0"/>
              <a:t> on SST-2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EF5423-073C-B43C-24F7-B26D8E1EDA43}"/>
              </a:ext>
            </a:extLst>
          </p:cNvPr>
          <p:cNvGraphicFramePr>
            <a:graphicFrameLocks noGrp="1"/>
          </p:cNvGraphicFramePr>
          <p:nvPr/>
        </p:nvGraphicFramePr>
        <p:xfrm>
          <a:off x="9019842" y="763400"/>
          <a:ext cx="2867359" cy="8717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5877">
                  <a:extLst>
                    <a:ext uri="{9D8B030D-6E8A-4147-A177-3AD203B41FA5}">
                      <a16:colId xmlns:a16="http://schemas.microsoft.com/office/drawing/2014/main" val="1360212654"/>
                    </a:ext>
                  </a:extLst>
                </a:gridCol>
                <a:gridCol w="900741">
                  <a:extLst>
                    <a:ext uri="{9D8B030D-6E8A-4147-A177-3AD203B41FA5}">
                      <a16:colId xmlns:a16="http://schemas.microsoft.com/office/drawing/2014/main" val="3389748120"/>
                    </a:ext>
                  </a:extLst>
                </a:gridCol>
                <a:gridCol w="900741">
                  <a:extLst>
                    <a:ext uri="{9D8B030D-6E8A-4147-A177-3AD203B41FA5}">
                      <a16:colId xmlns:a16="http://schemas.microsoft.com/office/drawing/2014/main" val="2120262915"/>
                    </a:ext>
                  </a:extLst>
                </a:gridCol>
              </a:tblGrid>
              <a:tr h="2905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Split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Samples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Avg. Length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631976420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Train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67,349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19 tokens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119973305"/>
                  </a:ext>
                </a:extLst>
              </a:tr>
              <a:tr h="290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Dev (eval)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872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19 tokens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094943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990A67-AEA8-5D2B-1319-445A5025E419}"/>
              </a:ext>
            </a:extLst>
          </p:cNvPr>
          <p:cNvSpPr txBox="1"/>
          <p:nvPr/>
        </p:nvSpPr>
        <p:spPr>
          <a:xfrm>
            <a:off x="9146090" y="1635107"/>
            <a:ext cx="2614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distribution of SST-2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06C2C-5E14-DFDF-1A64-13FA438F8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8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D3E76E-BB29-6AC0-6FDC-8A382A3CE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Natural language inference (393K pairs)</a:t>
            </a:r>
          </a:p>
          <a:p>
            <a:r>
              <a:rPr lang="en-US" dirty="0"/>
              <a:t>Dataset: Multi-Genre Natural Language Inference (</a:t>
            </a:r>
            <a:r>
              <a:rPr lang="en-US" dirty="0" err="1"/>
              <a:t>MultiNLI</a:t>
            </a:r>
            <a:r>
              <a:rPr lang="en-US" dirty="0"/>
              <a:t>)</a:t>
            </a:r>
          </a:p>
          <a:p>
            <a:r>
              <a:rPr lang="en-US" dirty="0"/>
              <a:t>Target: 40% compute budget (MAC constraint)</a:t>
            </a:r>
          </a:p>
          <a:p>
            <a:r>
              <a:rPr lang="en-US" dirty="0"/>
              <a:t>Source: </a:t>
            </a:r>
            <a:r>
              <a:rPr lang="en-US" dirty="0" err="1">
                <a:hlinkClick r:id="rId3"/>
              </a:rPr>
              <a:t>nyu-mll</a:t>
            </a:r>
            <a:r>
              <a:rPr lang="en-US" dirty="0">
                <a:hlinkClick r:id="rId3"/>
              </a:rPr>
              <a:t>/glue · Datasets at Hugging Face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Results:</a:t>
            </a:r>
          </a:p>
          <a:p>
            <a:endParaRPr lang="en-US" dirty="0"/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86.4% accuracy</a:t>
            </a:r>
            <a:r>
              <a:rPr lang="en-US" dirty="0">
                <a:highlight>
                  <a:srgbClr val="FFFF00"/>
                </a:highlight>
              </a:rPr>
              <a:t> (vs. 87.6% full FT from paper) vs (86.4 % -  APT framework from the paper )</a:t>
            </a:r>
          </a:p>
          <a:p>
            <a:pPr lvl="1"/>
            <a:r>
              <a:rPr lang="en-US" dirty="0" err="1"/>
              <a:t>LoRA</a:t>
            </a:r>
            <a:r>
              <a:rPr lang="en-US" dirty="0"/>
              <a:t> rank dynamically expanded </a:t>
            </a:r>
            <a:r>
              <a:rPr lang="en-US" b="1" dirty="0"/>
              <a:t>8→16</a:t>
            </a:r>
            <a:r>
              <a:rPr lang="en-US" dirty="0"/>
              <a:t> during tuning</a:t>
            </a:r>
          </a:p>
          <a:p>
            <a:pPr lvl="1"/>
            <a:r>
              <a:rPr lang="en-US" b="1" dirty="0"/>
              <a:t>32% parameters pruned</a:t>
            </a:r>
            <a:r>
              <a:rPr lang="en-US" dirty="0"/>
              <a:t> (85M → 49.5M)</a:t>
            </a:r>
          </a:p>
          <a:p>
            <a:pPr marL="254000" lvl="1" indent="0">
              <a:buNone/>
            </a:pPr>
            <a:br>
              <a:rPr lang="en-US" dirty="0"/>
            </a:br>
            <a:r>
              <a:rPr lang="en-US" i="1" dirty="0"/>
              <a:t>Key Insight:</a:t>
            </a:r>
            <a:r>
              <a:rPr lang="en-US" dirty="0"/>
              <a:t> Adaptive tuning recovered 2% accuracy drop post-pruning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1E46F9-BB9E-3B82-29FD-238D1F55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Case 2 of APT framework on </a:t>
            </a:r>
            <a:r>
              <a:rPr lang="en-US" sz="2800" dirty="0" err="1"/>
              <a:t>SuperPOD</a:t>
            </a:r>
            <a:r>
              <a:rPr lang="en-US" sz="2800" dirty="0"/>
              <a:t> - </a:t>
            </a:r>
            <a:r>
              <a:rPr lang="en-US" sz="2800" dirty="0" err="1"/>
              <a:t>RoBERTa</a:t>
            </a:r>
            <a:r>
              <a:rPr lang="en-US" sz="2800" dirty="0"/>
              <a:t> on MNLI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11CA92-E90E-C293-FF2D-05789A0BEB39}"/>
              </a:ext>
            </a:extLst>
          </p:cNvPr>
          <p:cNvGraphicFramePr>
            <a:graphicFrameLocks noGrp="1"/>
          </p:cNvGraphicFramePr>
          <p:nvPr/>
        </p:nvGraphicFramePr>
        <p:xfrm>
          <a:off x="9183935" y="763400"/>
          <a:ext cx="2910925" cy="1279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2071">
                  <a:extLst>
                    <a:ext uri="{9D8B030D-6E8A-4147-A177-3AD203B41FA5}">
                      <a16:colId xmlns:a16="http://schemas.microsoft.com/office/drawing/2014/main" val="2436598166"/>
                    </a:ext>
                  </a:extLst>
                </a:gridCol>
                <a:gridCol w="914427">
                  <a:extLst>
                    <a:ext uri="{9D8B030D-6E8A-4147-A177-3AD203B41FA5}">
                      <a16:colId xmlns:a16="http://schemas.microsoft.com/office/drawing/2014/main" val="1988114166"/>
                    </a:ext>
                  </a:extLst>
                </a:gridCol>
                <a:gridCol w="914427">
                  <a:extLst>
                    <a:ext uri="{9D8B030D-6E8A-4147-A177-3AD203B41FA5}">
                      <a16:colId xmlns:a16="http://schemas.microsoft.com/office/drawing/2014/main" val="1183320195"/>
                    </a:ext>
                  </a:extLst>
                </a:gridCol>
              </a:tblGrid>
              <a:tr h="282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Split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Samples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Genres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0201290"/>
                  </a:ext>
                </a:extLst>
              </a:tr>
              <a:tr h="282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Train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392,702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138847389"/>
                  </a:ext>
                </a:extLst>
              </a:tr>
              <a:tr h="282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Dev-Matched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9,815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In-domain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977683238"/>
                  </a:ext>
                </a:extLst>
              </a:tr>
              <a:tr h="282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Dev-Mismatched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9,832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Cross-domain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7247494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0EEE56-D63A-5F0F-BCF2-05E0B63C1272}"/>
              </a:ext>
            </a:extLst>
          </p:cNvPr>
          <p:cNvSpPr txBox="1"/>
          <p:nvPr/>
        </p:nvSpPr>
        <p:spPr>
          <a:xfrm>
            <a:off x="9272338" y="2041861"/>
            <a:ext cx="2422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distribution of MNLI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9258B-B280-7B5F-3A6B-A37988540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3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EB7C8-E7DC-7E7C-B3E7-676FEFC6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Task:</a:t>
            </a:r>
            <a:r>
              <a:rPr lang="en-US" dirty="0"/>
              <a:t> Extractive Question Answering</a:t>
            </a:r>
          </a:p>
          <a:p>
            <a:r>
              <a:rPr lang="en-US" b="1" dirty="0"/>
              <a:t>Dataset:</a:t>
            </a:r>
            <a:r>
              <a:rPr lang="en-US" dirty="0"/>
              <a:t> 130K QA pairs (</a:t>
            </a:r>
            <a:r>
              <a:rPr lang="en-US" dirty="0" err="1"/>
              <a:t>SQuAD</a:t>
            </a:r>
            <a:r>
              <a:rPr lang="en-US" dirty="0"/>
              <a:t> v2)</a:t>
            </a:r>
          </a:p>
          <a:p>
            <a:r>
              <a:rPr lang="en-US" b="1" dirty="0"/>
              <a:t>Pruning Target:</a:t>
            </a:r>
            <a:r>
              <a:rPr lang="en-US" dirty="0"/>
              <a:t> 40% compute budget (MAC constraint)</a:t>
            </a:r>
          </a:p>
          <a:p>
            <a:r>
              <a:rPr lang="en-US" dirty="0"/>
              <a:t>Source: </a:t>
            </a:r>
            <a:r>
              <a:rPr lang="en-US" dirty="0" err="1">
                <a:hlinkClick r:id="rId3"/>
              </a:rPr>
              <a:t>rajpurkar</a:t>
            </a:r>
            <a:r>
              <a:rPr lang="en-US" dirty="0">
                <a:hlinkClick r:id="rId3"/>
              </a:rPr>
              <a:t>/squad_v2 · Datasets at Hugging Face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Adaptive Process:</a:t>
            </a:r>
            <a:endParaRPr lang="en-US" dirty="0"/>
          </a:p>
          <a:p>
            <a:pPr lvl="1"/>
            <a:r>
              <a:rPr lang="en-US" dirty="0"/>
              <a:t>Initial </a:t>
            </a:r>
            <a:r>
              <a:rPr lang="en-US" dirty="0" err="1"/>
              <a:t>LoRA</a:t>
            </a:r>
            <a:r>
              <a:rPr lang="en-US" dirty="0"/>
              <a:t> rank=8 → dynamically expanded during training</a:t>
            </a:r>
          </a:p>
          <a:p>
            <a:pPr lvl="1"/>
            <a:r>
              <a:rPr lang="en-US" dirty="0"/>
              <a:t>Aggressive layer pruning (e.g., layers 7-11 attention heads fully removed)</a:t>
            </a:r>
          </a:p>
          <a:p>
            <a:pPr lvl="1"/>
            <a:endParaRPr lang="en-US" dirty="0"/>
          </a:p>
          <a:p>
            <a:r>
              <a:rPr lang="en-US" b="1" dirty="0"/>
              <a:t>Key Metrics:</a:t>
            </a:r>
            <a:r>
              <a:rPr lang="en-US" dirty="0"/>
              <a:t> F1 score, parameter efficiency</a:t>
            </a:r>
          </a:p>
          <a:p>
            <a:r>
              <a:rPr lang="en-US" dirty="0">
                <a:highlight>
                  <a:srgbClr val="FFFF00"/>
                </a:highlight>
              </a:rPr>
              <a:t>81.42 - F1 Score vs (82.9 Full Fine Tune from the paper) vs (81.8 - APT framework from the paper)</a:t>
            </a:r>
          </a:p>
          <a:p>
            <a:r>
              <a:rPr lang="en-US" dirty="0">
                <a:highlight>
                  <a:srgbClr val="FFFF00"/>
                </a:highlight>
              </a:rPr>
              <a:t>Achieved </a:t>
            </a:r>
            <a:r>
              <a:rPr lang="en-US" b="1" dirty="0">
                <a:highlight>
                  <a:srgbClr val="FFFF00"/>
                </a:highlight>
              </a:rPr>
              <a:t>98.2% baseline performance</a:t>
            </a:r>
            <a:r>
              <a:rPr lang="en-US" dirty="0">
                <a:highlight>
                  <a:srgbClr val="FFFF00"/>
                </a:highlight>
              </a:rPr>
              <a:t> with </a:t>
            </a:r>
            <a:r>
              <a:rPr lang="en-US" b="1" dirty="0">
                <a:highlight>
                  <a:srgbClr val="FFFF00"/>
                </a:highlight>
              </a:rPr>
              <a:t>72% fewer parameters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Tunable parameters grew </a:t>
            </a:r>
            <a:r>
              <a:rPr lang="en-US" b="1" dirty="0"/>
              <a:t>2.6x</a:t>
            </a:r>
            <a:r>
              <a:rPr lang="en-US" dirty="0"/>
              <a:t> (0.66M → 1.69M) during adaptation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052290-B15C-6F70-E12F-67A0B7CB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Test Case 3 of APT framework on </a:t>
            </a:r>
            <a:r>
              <a:rPr lang="en-US" sz="2400" dirty="0" err="1"/>
              <a:t>SuperPOD</a:t>
            </a:r>
            <a:r>
              <a:rPr lang="en-US" sz="2400" dirty="0"/>
              <a:t> - </a:t>
            </a:r>
            <a:r>
              <a:rPr lang="en-US" sz="2400" dirty="0" err="1"/>
              <a:t>RoBERTa</a:t>
            </a:r>
            <a:r>
              <a:rPr lang="en-US" sz="2400" dirty="0"/>
              <a:t>-base on </a:t>
            </a:r>
            <a:r>
              <a:rPr lang="en-US" sz="2400" dirty="0" err="1"/>
              <a:t>SQuAD</a:t>
            </a:r>
            <a:r>
              <a:rPr lang="en-US" sz="2400" dirty="0"/>
              <a:t> v2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CCCB1-D8EB-8C0E-DDD3-2CD2BDFBE265}"/>
              </a:ext>
            </a:extLst>
          </p:cNvPr>
          <p:cNvGraphicFramePr>
            <a:graphicFrameLocks noGrp="1"/>
          </p:cNvGraphicFramePr>
          <p:nvPr/>
        </p:nvGraphicFramePr>
        <p:xfrm>
          <a:off x="8429524" y="763401"/>
          <a:ext cx="3665335" cy="9306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62507">
                  <a:extLst>
                    <a:ext uri="{9D8B030D-6E8A-4147-A177-3AD203B41FA5}">
                      <a16:colId xmlns:a16="http://schemas.microsoft.com/office/drawing/2014/main" val="1570559167"/>
                    </a:ext>
                  </a:extLst>
                </a:gridCol>
                <a:gridCol w="1151414">
                  <a:extLst>
                    <a:ext uri="{9D8B030D-6E8A-4147-A177-3AD203B41FA5}">
                      <a16:colId xmlns:a16="http://schemas.microsoft.com/office/drawing/2014/main" val="2208275496"/>
                    </a:ext>
                  </a:extLst>
                </a:gridCol>
                <a:gridCol w="1151414">
                  <a:extLst>
                    <a:ext uri="{9D8B030D-6E8A-4147-A177-3AD203B41FA5}">
                      <a16:colId xmlns:a16="http://schemas.microsoft.com/office/drawing/2014/main" val="3205752516"/>
                    </a:ext>
                  </a:extLst>
                </a:gridCol>
              </a:tblGrid>
              <a:tr h="3618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Split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QA Pairs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Unanswerable %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55744791"/>
                  </a:ext>
                </a:extLst>
              </a:tr>
              <a:tr h="28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Train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130,319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33%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25188114"/>
                  </a:ext>
                </a:extLst>
              </a:tr>
              <a:tr h="284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Dev (eval)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11,873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36%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8593468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B2AEA7-FC62-B126-6FE8-C85797A55661}"/>
              </a:ext>
            </a:extLst>
          </p:cNvPr>
          <p:cNvSpPr txBox="1"/>
          <p:nvPr/>
        </p:nvSpPr>
        <p:spPr>
          <a:xfrm>
            <a:off x="8863347" y="1694046"/>
            <a:ext cx="2797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distribution of </a:t>
            </a:r>
            <a:r>
              <a:rPr lang="en-US" sz="1200" dirty="0" err="1"/>
              <a:t>SquAD</a:t>
            </a:r>
            <a:r>
              <a:rPr lang="en-US" sz="1200" dirty="0"/>
              <a:t> v2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BECB5-C9C2-039C-ED8A-C8D8C5119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96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CA2E14-7752-B054-6BC0-4AE5A2E3C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Binary sentiment classification (67K sentences)</a:t>
            </a:r>
          </a:p>
          <a:p>
            <a:endParaRPr lang="en-US" b="1" dirty="0"/>
          </a:p>
          <a:p>
            <a:r>
              <a:rPr lang="en-US" b="1" dirty="0"/>
              <a:t>Pruning Target:</a:t>
            </a:r>
            <a:r>
              <a:rPr lang="en-US" dirty="0"/>
              <a:t> 60% compute budget</a:t>
            </a:r>
          </a:p>
          <a:p>
            <a:r>
              <a:rPr lang="en-US" b="1" dirty="0"/>
              <a:t>Adaptive Process:</a:t>
            </a:r>
            <a:endParaRPr lang="en-US" dirty="0"/>
          </a:p>
          <a:p>
            <a:pPr lvl="1"/>
            <a:r>
              <a:rPr lang="en-US" dirty="0" err="1"/>
              <a:t>LoRA</a:t>
            </a:r>
            <a:r>
              <a:rPr lang="en-US" dirty="0"/>
              <a:t> rank dynamically expanded (8 → 12)</a:t>
            </a:r>
          </a:p>
          <a:p>
            <a:pPr lvl="1"/>
            <a:r>
              <a:rPr lang="en-US" dirty="0"/>
              <a:t>10 pruning steps + self-distillation</a:t>
            </a:r>
          </a:p>
          <a:p>
            <a:pPr lvl="1"/>
            <a:endParaRPr lang="en-US" dirty="0"/>
          </a:p>
          <a:p>
            <a:r>
              <a:rPr lang="en-US" b="1" dirty="0"/>
              <a:t>Key Metrics:</a:t>
            </a:r>
            <a:r>
              <a:rPr lang="en-US" dirty="0"/>
              <a:t> Accuracy, training dynamics</a:t>
            </a:r>
          </a:p>
          <a:p>
            <a:r>
              <a:rPr lang="en-US" b="1" dirty="0">
                <a:highlight>
                  <a:srgbClr val="FFFF00"/>
                </a:highlight>
              </a:rPr>
              <a:t>94.84% accuracy</a:t>
            </a:r>
            <a:r>
              <a:rPr lang="en-US" dirty="0">
                <a:highlight>
                  <a:srgbClr val="FFFF00"/>
                </a:highlight>
              </a:rPr>
              <a:t> vs (95.2% Full finetuned from the paper) vs (95% - APT framework from the paper) with </a:t>
            </a:r>
            <a:r>
              <a:rPr lang="en-US" b="1" dirty="0">
                <a:highlight>
                  <a:srgbClr val="FFFF00"/>
                </a:highlight>
              </a:rPr>
              <a:t>46% parameter reduction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Tunable parameters increased </a:t>
            </a:r>
            <a:r>
              <a:rPr lang="en-US" b="1" dirty="0"/>
              <a:t>4x</a:t>
            </a:r>
            <a:r>
              <a:rPr lang="en-US" dirty="0"/>
              <a:t> (1.4M → 5.7M) during training</a:t>
            </a:r>
          </a:p>
          <a:p>
            <a:r>
              <a:rPr lang="en-US" dirty="0"/>
              <a:t>24.8% higher throughput.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EA0F25-3AC9-93F0-C89A-12B00DD6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Test Case 4 of APT framework on </a:t>
            </a:r>
            <a:r>
              <a:rPr lang="en-US" sz="2800" dirty="0" err="1"/>
              <a:t>SuperPOD</a:t>
            </a:r>
            <a:r>
              <a:rPr lang="en-US" sz="2800" dirty="0"/>
              <a:t> - T5-base on SST-2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02313-34B1-BE47-5B50-3CDA1C1D9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0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8DB100-0A76-BDCE-805D-41C3D5317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Adaptive Tuning &gt; Static </a:t>
            </a:r>
            <a:r>
              <a:rPr lang="en-US" b="1" dirty="0" err="1"/>
              <a:t>LoRA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Rank expansion in salient layers boosted accuracy by 2-5%</a:t>
            </a:r>
          </a:p>
          <a:p>
            <a:pPr lvl="1"/>
            <a:endParaRPr lang="en-US" dirty="0"/>
          </a:p>
          <a:p>
            <a:r>
              <a:rPr lang="en-US" b="1" dirty="0"/>
              <a:t>Early Pruning Trade-off:</a:t>
            </a:r>
            <a:endParaRPr lang="en-US" dirty="0"/>
          </a:p>
          <a:p>
            <a:pPr lvl="1"/>
            <a:r>
              <a:rPr lang="en-US" dirty="0"/>
              <a:t>Pruning during (not after) training reduced memory but risked instability</a:t>
            </a:r>
          </a:p>
          <a:p>
            <a:endParaRPr lang="en-US" dirty="0"/>
          </a:p>
          <a:p>
            <a:r>
              <a:rPr lang="en-US" dirty="0"/>
              <a:t>Enables 13B-parameter models on consumer GPUs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Unifies pruning/tuning for </a:t>
            </a:r>
            <a:r>
              <a:rPr lang="en-US" b="1" dirty="0"/>
              <a:t>GPU-poor environments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83E64C-823B-D136-92AF-05CA7461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95F8C-19B3-F3F4-EAFB-726E05DAB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3BD2672-75C2-438C-BF59-C55A35C73CD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3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SMU Brand PPT 2025">
  <a:themeElements>
    <a:clrScheme name="SMU2022">
      <a:dk1>
        <a:srgbClr val="000000"/>
      </a:dk1>
      <a:lt1>
        <a:sysClr val="window" lastClr="FFFFFF"/>
      </a:lt1>
      <a:dk2>
        <a:srgbClr val="000000"/>
      </a:dk2>
      <a:lt2>
        <a:srgbClr val="E7E6E6"/>
      </a:lt2>
      <a:accent1>
        <a:srgbClr val="354CA1"/>
      </a:accent1>
      <a:accent2>
        <a:srgbClr val="CC0035"/>
      </a:accent2>
      <a:accent3>
        <a:srgbClr val="F9C80E"/>
      </a:accent3>
      <a:accent4>
        <a:srgbClr val="FF1053"/>
      </a:accent4>
      <a:accent5>
        <a:srgbClr val="59C3C3"/>
      </a:accent5>
      <a:accent6>
        <a:srgbClr val="4C4842"/>
      </a:accent6>
      <a:hlink>
        <a:srgbClr val="798CD3"/>
      </a:hlink>
      <a:folHlink>
        <a:srgbClr val="AEABAB"/>
      </a:folHlink>
    </a:clrScheme>
    <a:fontScheme name="SMU 202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U PPT Template 2021.pptx" id="{AA697306-ED10-469B-AEE0-70580ED9E8B6}" vid="{A5B0066C-B55E-4605-A3A8-BF56786D6FE0}"/>
    </a:ext>
  </a:extLst>
</a:theme>
</file>

<file path=ppt/theme/theme2.xml><?xml version="1.0" encoding="utf-8"?>
<a:theme xmlns:a="http://schemas.openxmlformats.org/drawingml/2006/main" name="Office Theme">
  <a:themeElements>
    <a:clrScheme name="SMU 2023">
      <a:dk1>
        <a:srgbClr val="000000"/>
      </a:dk1>
      <a:lt1>
        <a:sysClr val="window" lastClr="FFFFFF"/>
      </a:lt1>
      <a:dk2>
        <a:srgbClr val="000000"/>
      </a:dk2>
      <a:lt2>
        <a:srgbClr val="E7E6E6"/>
      </a:lt2>
      <a:accent1>
        <a:srgbClr val="354CA1"/>
      </a:accent1>
      <a:accent2>
        <a:srgbClr val="CC0035"/>
      </a:accent2>
      <a:accent3>
        <a:srgbClr val="F9C80E"/>
      </a:accent3>
      <a:accent4>
        <a:srgbClr val="FF1053"/>
      </a:accent4>
      <a:accent5>
        <a:srgbClr val="59C3C3"/>
      </a:accent5>
      <a:accent6>
        <a:srgbClr val="4C4842"/>
      </a:accent6>
      <a:hlink>
        <a:srgbClr val="798CD3"/>
      </a:hlink>
      <a:folHlink>
        <a:srgbClr val="AEABA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SMU Template 2021</Template>
  <TotalTime>1090</TotalTime>
  <Words>1446</Words>
  <Application>Microsoft Office PowerPoint</Application>
  <PresentationFormat>Widescreen</PresentationFormat>
  <Paragraphs>248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SMU Brand PPT 2025</vt:lpstr>
      <vt:lpstr>Adaptive Pruning &amp; Testing (APT) Evaluation Bowen Zhao, Hannaneh Hajishirzi and Qingqing Cao</vt:lpstr>
      <vt:lpstr>Why &amp; What</vt:lpstr>
      <vt:lpstr>LoRA and APT</vt:lpstr>
      <vt:lpstr>Evaluation Framework of APT framework </vt:lpstr>
      <vt:lpstr>A Closer Look at the Experimental Workflow</vt:lpstr>
      <vt:lpstr>How to run the evaluation?</vt:lpstr>
      <vt:lpstr>Result on APT evaluation run on SuperPOD vs APT evaluation presented in the paper</vt:lpstr>
      <vt:lpstr>Test Case 1 of APT framework on SuperPOD - RoBERTa on SST-2</vt:lpstr>
      <vt:lpstr>Test Case 2 of APT framework on SuperPOD - RoBERTa on MNLI</vt:lpstr>
      <vt:lpstr>Test Case 3 of APT framework on SuperPOD - RoBERTa-base on SQuAD v2</vt:lpstr>
      <vt:lpstr>Test Case 4 of APT framework on SuperPOD - T5-base on SST-2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Branding  PPT Update</dc:title>
  <dc:creator>Anoop Krishnan</dc:creator>
  <cp:keywords>ODSRCI</cp:keywords>
  <cp:lastModifiedBy>Upendran Nair, Anoop Krishnan</cp:lastModifiedBy>
  <cp:revision>88</cp:revision>
  <cp:lastPrinted>2021-05-12T17:20:55Z</cp:lastPrinted>
  <dcterms:created xsi:type="dcterms:W3CDTF">2021-08-31T14:05:53Z</dcterms:created>
  <dcterms:modified xsi:type="dcterms:W3CDTF">2025-07-10T14:11:37Z</dcterms:modified>
</cp:coreProperties>
</file>